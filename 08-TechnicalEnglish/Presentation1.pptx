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5B7C1-C243-4692-B37F-C74AEBC6962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F9AB-CF73-4660-8596-889D112EA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29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C79E-498D-42DF-9248-1FCF4AA71748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83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933C-F5FB-4272-A65F-0C7A19F8C300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5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6974-E843-45DD-B0BB-306521A57CBB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41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FC1A-3A04-4570-9E8C-CAB5E2CABA8E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5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69FC5-57C4-4F4B-9735-C9D76321761E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C306-45C2-4D76-9B50-CE51F37BF78C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1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AE5B-6616-49DC-A49A-EF59B1B01CB9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18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0DAD2-1464-4FB0-B1B4-1E5D51D9FA48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2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2B29-5FC3-4BED-BC31-EABDA01F9B79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0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5E7-1FCB-4411-9955-E7C86481BB99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18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E34F-FC93-470D-B5E0-AA6CD47D1E9B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15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1D682-5F90-4545-856C-901DA1348485}" type="datetime1">
              <a:rPr lang="en-US" smtClean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2B4C5-4865-4FD6-8B72-90FAF6542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8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21" y="1492135"/>
            <a:ext cx="7763958" cy="1648055"/>
          </a:xfrm>
          <a:prstGeom prst="rect">
            <a:avLst/>
          </a:prstGeom>
        </p:spPr>
      </p:pic>
      <p:pic>
        <p:nvPicPr>
          <p:cNvPr id="1026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71" y="4429919"/>
            <a:ext cx="1562058" cy="156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همکاران ما – آزمایشگاه الکترونیک قدرت و سیستمهای انرژی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9496" y="4350351"/>
            <a:ext cx="2237008" cy="172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64766" y="3469513"/>
            <a:ext cx="5262466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Authors: Lei Li, </a:t>
            </a:r>
            <a:r>
              <a:rPr kumimoji="0" lang="en-US" altLang="en-US" sz="2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Yongfeng</a:t>
            </a: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Zhang, Li Chen</a:t>
            </a:r>
            <a:endParaRPr kumimoji="0" lang="fa-IR" altLang="en-US" sz="2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Venue: ACL 2021</a:t>
            </a:r>
            <a:endParaRPr kumimoji="0" lang="fa-IR" altLang="en-US" sz="2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Presenter: Mohammad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Amanlou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</a:rPr>
              <a:t>Email: MohammadAmanlou2@gmail.com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 3</a:t>
            </a:r>
            <a:r>
              <a:rPr kumimoji="0" lang="en-US" altLang="en-US" sz="1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June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aseline="0" dirty="0" smtClean="0">
                <a:latin typeface="Arial" panose="020B0604020202020204" pitchFamily="34" charset="0"/>
              </a:rPr>
              <a:t>Course: Technical</a:t>
            </a:r>
            <a:r>
              <a:rPr lang="en-US" altLang="en-US" sz="1800" dirty="0" smtClean="0">
                <a:latin typeface="Arial" panose="020B0604020202020204" pitchFamily="34" charset="0"/>
              </a:rPr>
              <a:t> English Course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Instructor: Dr.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Mataji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9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9076" cy="6482937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5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0073" cy="6383383"/>
          </a:xfrm>
          <a:prstGeom prst="rect">
            <a:avLst/>
          </a:prstGeom>
        </p:spPr>
      </p:pic>
      <p:pic>
        <p:nvPicPr>
          <p:cNvPr id="6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6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5725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1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502" y="0"/>
            <a:ext cx="12298143" cy="685800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168" y="6491003"/>
            <a:ext cx="228632" cy="181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4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0"/>
            <a:ext cx="12192000" cy="688475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273" y="6397079"/>
            <a:ext cx="190527" cy="27626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8586" cy="6884127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721" y="6529782"/>
            <a:ext cx="238158" cy="19052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5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0764" cy="6858000"/>
          </a:xfrm>
          <a:prstGeom prst="rect">
            <a:avLst/>
          </a:prstGeom>
        </p:spPr>
      </p:pic>
      <p:pic>
        <p:nvPicPr>
          <p:cNvPr id="6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905" y="6462424"/>
            <a:ext cx="285790" cy="23815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37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0796" cy="685800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263" y="6400395"/>
            <a:ext cx="353669" cy="29269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2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9"/>
            <a:ext cx="12192000" cy="6840625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115" y="6495766"/>
            <a:ext cx="247685" cy="17147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18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2355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694" y="6475896"/>
            <a:ext cx="219106" cy="22863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7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9"/>
            <a:ext cx="12192000" cy="6851785"/>
          </a:xfrm>
          <a:prstGeom prst="rect">
            <a:avLst/>
          </a:prstGeom>
        </p:spPr>
      </p:pic>
      <p:pic>
        <p:nvPicPr>
          <p:cNvPr id="6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694" y="6499711"/>
            <a:ext cx="219106" cy="181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79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9"/>
            <a:ext cx="12192000" cy="6857378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642" y="6407209"/>
            <a:ext cx="238158" cy="22863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16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90" y="0"/>
            <a:ext cx="12282238" cy="685800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642" y="6510730"/>
            <a:ext cx="238158" cy="22863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0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836" y="0"/>
            <a:ext cx="12272211" cy="685800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721" y="6553941"/>
            <a:ext cx="238158" cy="24768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4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University of Tehra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235" y="6130900"/>
            <a:ext cx="209579" cy="1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063" y="6467080"/>
            <a:ext cx="521554" cy="18626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72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376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717" y="3670117"/>
            <a:ext cx="3359067" cy="402585"/>
          </a:xfrm>
          <a:prstGeom prst="rect">
            <a:avLst/>
          </a:prstGeom>
        </p:spPr>
      </p:pic>
      <p:pic>
        <p:nvPicPr>
          <p:cNvPr id="6" name="Picture 2" descr="University of Tehran -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9692"/>
            <a:ext cx="991942" cy="9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5642" y="6517129"/>
            <a:ext cx="238158" cy="181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B4C5-4865-4FD6-8B72-90FAF6542D4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1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51</Words>
  <Application>Microsoft Office PowerPoint</Application>
  <PresentationFormat>Widescreen</PresentationFormat>
  <Paragraphs>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a</cp:lastModifiedBy>
  <cp:revision>56</cp:revision>
  <dcterms:created xsi:type="dcterms:W3CDTF">2025-06-03T07:28:43Z</dcterms:created>
  <dcterms:modified xsi:type="dcterms:W3CDTF">2025-06-03T08:14:59Z</dcterms:modified>
</cp:coreProperties>
</file>