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21396325" cy="30267275"/>
  <p:notesSz cx="6715125" cy="923925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5823" kern="1200">
        <a:solidFill>
          <a:schemeClr val="tx1"/>
        </a:solidFill>
        <a:latin typeface="Arial" charset="0"/>
        <a:ea typeface="+mn-ea"/>
        <a:cs typeface="+mn-cs"/>
      </a:defRPr>
    </a:lvl1pPr>
    <a:lvl2pPr marL="385892" algn="ctr" rtl="0" fontAlgn="base">
      <a:spcBef>
        <a:spcPct val="0"/>
      </a:spcBef>
      <a:spcAft>
        <a:spcPct val="0"/>
      </a:spcAft>
      <a:defRPr sz="5823" kern="1200">
        <a:solidFill>
          <a:schemeClr val="tx1"/>
        </a:solidFill>
        <a:latin typeface="Arial" charset="0"/>
        <a:ea typeface="+mn-ea"/>
        <a:cs typeface="+mn-cs"/>
      </a:defRPr>
    </a:lvl2pPr>
    <a:lvl3pPr marL="771784" algn="ctr" rtl="0" fontAlgn="base">
      <a:spcBef>
        <a:spcPct val="0"/>
      </a:spcBef>
      <a:spcAft>
        <a:spcPct val="0"/>
      </a:spcAft>
      <a:defRPr sz="5823" kern="1200">
        <a:solidFill>
          <a:schemeClr val="tx1"/>
        </a:solidFill>
        <a:latin typeface="Arial" charset="0"/>
        <a:ea typeface="+mn-ea"/>
        <a:cs typeface="+mn-cs"/>
      </a:defRPr>
    </a:lvl3pPr>
    <a:lvl4pPr marL="1157676" algn="ctr" rtl="0" fontAlgn="base">
      <a:spcBef>
        <a:spcPct val="0"/>
      </a:spcBef>
      <a:spcAft>
        <a:spcPct val="0"/>
      </a:spcAft>
      <a:defRPr sz="5823" kern="1200">
        <a:solidFill>
          <a:schemeClr val="tx1"/>
        </a:solidFill>
        <a:latin typeface="Arial" charset="0"/>
        <a:ea typeface="+mn-ea"/>
        <a:cs typeface="+mn-cs"/>
      </a:defRPr>
    </a:lvl4pPr>
    <a:lvl5pPr marL="1543568" algn="ctr" rtl="0" fontAlgn="base">
      <a:spcBef>
        <a:spcPct val="0"/>
      </a:spcBef>
      <a:spcAft>
        <a:spcPct val="0"/>
      </a:spcAft>
      <a:defRPr sz="5823" kern="1200">
        <a:solidFill>
          <a:schemeClr val="tx1"/>
        </a:solidFill>
        <a:latin typeface="Arial" charset="0"/>
        <a:ea typeface="+mn-ea"/>
        <a:cs typeface="+mn-cs"/>
      </a:defRPr>
    </a:lvl5pPr>
    <a:lvl6pPr marL="1929461" algn="l" defTabSz="771784" rtl="0" eaLnBrk="1" latinLnBrk="0" hangingPunct="1">
      <a:defRPr sz="5823" kern="1200">
        <a:solidFill>
          <a:schemeClr val="tx1"/>
        </a:solidFill>
        <a:latin typeface="Arial" charset="0"/>
        <a:ea typeface="+mn-ea"/>
        <a:cs typeface="+mn-cs"/>
      </a:defRPr>
    </a:lvl6pPr>
    <a:lvl7pPr marL="2315352" algn="l" defTabSz="771784" rtl="0" eaLnBrk="1" latinLnBrk="0" hangingPunct="1">
      <a:defRPr sz="5823" kern="1200">
        <a:solidFill>
          <a:schemeClr val="tx1"/>
        </a:solidFill>
        <a:latin typeface="Arial" charset="0"/>
        <a:ea typeface="+mn-ea"/>
        <a:cs typeface="+mn-cs"/>
      </a:defRPr>
    </a:lvl7pPr>
    <a:lvl8pPr marL="2701244" algn="l" defTabSz="771784" rtl="0" eaLnBrk="1" latinLnBrk="0" hangingPunct="1">
      <a:defRPr sz="5823" kern="1200">
        <a:solidFill>
          <a:schemeClr val="tx1"/>
        </a:solidFill>
        <a:latin typeface="Arial" charset="0"/>
        <a:ea typeface="+mn-ea"/>
        <a:cs typeface="+mn-cs"/>
      </a:defRPr>
    </a:lvl8pPr>
    <a:lvl9pPr marL="3087135" algn="l" defTabSz="771784" rtl="0" eaLnBrk="1" latinLnBrk="0" hangingPunct="1">
      <a:defRPr sz="5823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447" userDrawn="1">
          <p15:clr>
            <a:srgbClr val="A4A3A4"/>
          </p15:clr>
        </p15:guide>
        <p15:guide id="2" orient="horz" pos="18569" userDrawn="1">
          <p15:clr>
            <a:srgbClr val="A4A3A4"/>
          </p15:clr>
        </p15:guide>
        <p15:guide id="3" orient="horz" pos="1975" userDrawn="1">
          <p15:clr>
            <a:srgbClr val="A4A3A4"/>
          </p15:clr>
        </p15:guide>
        <p15:guide id="4" pos="67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0C0"/>
    <a:srgbClr val="0046D2"/>
    <a:srgbClr val="FF0000"/>
    <a:srgbClr val="698ED9"/>
    <a:srgbClr val="A7C4FF"/>
    <a:srgbClr val="003064"/>
    <a:srgbClr val="003399"/>
    <a:srgbClr val="0021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4660"/>
  </p:normalViewPr>
  <p:slideViewPr>
    <p:cSldViewPr snapToGrid="0" showGuides="1">
      <p:cViewPr varScale="1">
        <p:scale>
          <a:sx n="19" d="100"/>
          <a:sy n="19" d="100"/>
        </p:scale>
        <p:origin x="3053" y="115"/>
      </p:cViewPr>
      <p:guideLst>
        <p:guide orient="horz" pos="4447"/>
        <p:guide orient="horz" pos="18569"/>
        <p:guide orient="horz" pos="1975"/>
        <p:guide pos="67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098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03650" y="0"/>
            <a:ext cx="29098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33600" y="692150"/>
            <a:ext cx="2449513" cy="34655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1513" y="4389438"/>
            <a:ext cx="5372100" cy="415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5700"/>
            <a:ext cx="29098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03650" y="8775700"/>
            <a:ext cx="29098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CBF2D407-7488-4806-B042-2CE959A140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44517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13" kern="1200">
        <a:solidFill>
          <a:schemeClr val="tx1"/>
        </a:solidFill>
        <a:latin typeface="Arial" charset="0"/>
        <a:ea typeface="+mn-ea"/>
        <a:cs typeface="+mn-cs"/>
      </a:defRPr>
    </a:lvl1pPr>
    <a:lvl2pPr marL="385892" algn="l" rtl="0" eaLnBrk="0" fontAlgn="base" hangingPunct="0">
      <a:spcBef>
        <a:spcPct val="30000"/>
      </a:spcBef>
      <a:spcAft>
        <a:spcPct val="0"/>
      </a:spcAft>
      <a:defRPr sz="1013" kern="1200">
        <a:solidFill>
          <a:schemeClr val="tx1"/>
        </a:solidFill>
        <a:latin typeface="Arial" charset="0"/>
        <a:ea typeface="+mn-ea"/>
        <a:cs typeface="+mn-cs"/>
      </a:defRPr>
    </a:lvl2pPr>
    <a:lvl3pPr marL="771784" algn="l" rtl="0" eaLnBrk="0" fontAlgn="base" hangingPunct="0">
      <a:spcBef>
        <a:spcPct val="30000"/>
      </a:spcBef>
      <a:spcAft>
        <a:spcPct val="0"/>
      </a:spcAft>
      <a:defRPr sz="1013" kern="1200">
        <a:solidFill>
          <a:schemeClr val="tx1"/>
        </a:solidFill>
        <a:latin typeface="Arial" charset="0"/>
        <a:ea typeface="+mn-ea"/>
        <a:cs typeface="+mn-cs"/>
      </a:defRPr>
    </a:lvl3pPr>
    <a:lvl4pPr marL="1157676" algn="l" rtl="0" eaLnBrk="0" fontAlgn="base" hangingPunct="0">
      <a:spcBef>
        <a:spcPct val="30000"/>
      </a:spcBef>
      <a:spcAft>
        <a:spcPct val="0"/>
      </a:spcAft>
      <a:defRPr sz="1013" kern="1200">
        <a:solidFill>
          <a:schemeClr val="tx1"/>
        </a:solidFill>
        <a:latin typeface="Arial" charset="0"/>
        <a:ea typeface="+mn-ea"/>
        <a:cs typeface="+mn-cs"/>
      </a:defRPr>
    </a:lvl4pPr>
    <a:lvl5pPr marL="1543568" algn="l" rtl="0" eaLnBrk="0" fontAlgn="base" hangingPunct="0">
      <a:spcBef>
        <a:spcPct val="30000"/>
      </a:spcBef>
      <a:spcAft>
        <a:spcPct val="0"/>
      </a:spcAft>
      <a:defRPr sz="1013" kern="1200">
        <a:solidFill>
          <a:schemeClr val="tx1"/>
        </a:solidFill>
        <a:latin typeface="Arial" charset="0"/>
        <a:ea typeface="+mn-ea"/>
        <a:cs typeface="+mn-cs"/>
      </a:defRPr>
    </a:lvl5pPr>
    <a:lvl6pPr marL="1929461" algn="l" defTabSz="771784" rtl="0" eaLnBrk="1" latinLnBrk="0" hangingPunct="1">
      <a:defRPr sz="1013" kern="1200">
        <a:solidFill>
          <a:schemeClr val="tx1"/>
        </a:solidFill>
        <a:latin typeface="+mn-lt"/>
        <a:ea typeface="+mn-ea"/>
        <a:cs typeface="+mn-cs"/>
      </a:defRPr>
    </a:lvl6pPr>
    <a:lvl7pPr marL="2315352" algn="l" defTabSz="771784" rtl="0" eaLnBrk="1" latinLnBrk="0" hangingPunct="1">
      <a:defRPr sz="1013" kern="1200">
        <a:solidFill>
          <a:schemeClr val="tx1"/>
        </a:solidFill>
        <a:latin typeface="+mn-lt"/>
        <a:ea typeface="+mn-ea"/>
        <a:cs typeface="+mn-cs"/>
      </a:defRPr>
    </a:lvl7pPr>
    <a:lvl8pPr marL="2701244" algn="l" defTabSz="771784" rtl="0" eaLnBrk="1" latinLnBrk="0" hangingPunct="1">
      <a:defRPr sz="1013" kern="1200">
        <a:solidFill>
          <a:schemeClr val="tx1"/>
        </a:solidFill>
        <a:latin typeface="+mn-lt"/>
        <a:ea typeface="+mn-ea"/>
        <a:cs typeface="+mn-cs"/>
      </a:defRPr>
    </a:lvl8pPr>
    <a:lvl9pPr marL="3087135" algn="l" defTabSz="771784" rtl="0" eaLnBrk="1" latinLnBrk="0" hangingPunct="1">
      <a:defRPr sz="101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832FB4B-BF18-4E6F-9FD7-11EF81A610E2}" type="slidenum">
              <a:rPr lang="en-US" altLang="en-US" sz="1200"/>
              <a:pPr eaLnBrk="1" hangingPunct="1"/>
              <a:t>1</a:t>
            </a:fld>
            <a:endParaRPr lang="en-US" altLang="en-US" sz="1200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33600" y="692150"/>
            <a:ext cx="2449513" cy="3465513"/>
          </a:xfrm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991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5231" y="9403050"/>
            <a:ext cx="18185865" cy="648670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9113" y="17151056"/>
            <a:ext cx="14978101" cy="773599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84414" indent="0" algn="ctr">
              <a:buNone/>
              <a:defRPr/>
            </a:lvl2pPr>
            <a:lvl3pPr marL="768828" indent="0" algn="ctr">
              <a:buNone/>
              <a:defRPr/>
            </a:lvl3pPr>
            <a:lvl4pPr marL="1153241" indent="0" algn="ctr">
              <a:buNone/>
              <a:defRPr/>
            </a:lvl4pPr>
            <a:lvl5pPr marL="1537655" indent="0" algn="ctr">
              <a:buNone/>
              <a:defRPr/>
            </a:lvl5pPr>
            <a:lvl6pPr marL="1922069" indent="0" algn="ctr">
              <a:buNone/>
              <a:defRPr/>
            </a:lvl6pPr>
            <a:lvl7pPr marL="2306483" indent="0" algn="ctr">
              <a:buNone/>
              <a:defRPr/>
            </a:lvl7pPr>
            <a:lvl8pPr marL="2690896" indent="0" algn="ctr">
              <a:buNone/>
              <a:defRPr/>
            </a:lvl8pPr>
            <a:lvl9pPr marL="307531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1917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0154" y="1211920"/>
            <a:ext cx="19256019" cy="50452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0154" y="7061965"/>
            <a:ext cx="19256019" cy="1997530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0057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143" y="19449431"/>
            <a:ext cx="18187213" cy="6011545"/>
          </a:xfrm>
          <a:prstGeom prst="rect">
            <a:avLst/>
          </a:prstGeom>
        </p:spPr>
        <p:txBody>
          <a:bodyPr anchor="t"/>
          <a:lstStyle>
            <a:lvl1pPr algn="l">
              <a:defRPr sz="336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143" y="12827922"/>
            <a:ext cx="18187213" cy="66215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82"/>
            </a:lvl1pPr>
            <a:lvl2pPr marL="384414" indent="0">
              <a:buNone/>
              <a:defRPr sz="1513"/>
            </a:lvl2pPr>
            <a:lvl3pPr marL="768828" indent="0">
              <a:buNone/>
              <a:defRPr sz="1345"/>
            </a:lvl3pPr>
            <a:lvl4pPr marL="1153241" indent="0">
              <a:buNone/>
              <a:defRPr sz="1177"/>
            </a:lvl4pPr>
            <a:lvl5pPr marL="1537655" indent="0">
              <a:buNone/>
              <a:defRPr sz="1177"/>
            </a:lvl5pPr>
            <a:lvl6pPr marL="1922069" indent="0">
              <a:buNone/>
              <a:defRPr sz="1177"/>
            </a:lvl6pPr>
            <a:lvl7pPr marL="2306483" indent="0">
              <a:buNone/>
              <a:defRPr sz="1177"/>
            </a:lvl7pPr>
            <a:lvl8pPr marL="2690896" indent="0">
              <a:buNone/>
              <a:defRPr sz="1177"/>
            </a:lvl8pPr>
            <a:lvl9pPr marL="3075310" indent="0">
              <a:buNone/>
              <a:defRPr sz="11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4315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0154" y="1211920"/>
            <a:ext cx="19256019" cy="50452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0155" y="7061965"/>
            <a:ext cx="9562641" cy="19975307"/>
          </a:xfrm>
          <a:prstGeom prst="rect">
            <a:avLst/>
          </a:prstGeom>
        </p:spPr>
        <p:txBody>
          <a:bodyPr/>
          <a:lstStyle>
            <a:lvl1pPr>
              <a:defRPr sz="2354"/>
            </a:lvl1pPr>
            <a:lvl2pPr>
              <a:defRPr sz="2018"/>
            </a:lvl2pPr>
            <a:lvl3pPr>
              <a:defRPr sz="1682"/>
            </a:lvl3pPr>
            <a:lvl4pPr>
              <a:defRPr sz="1513"/>
            </a:lvl4pPr>
            <a:lvl5pPr>
              <a:defRPr sz="1513"/>
            </a:lvl5pPr>
            <a:lvl6pPr>
              <a:defRPr sz="1513"/>
            </a:lvl6pPr>
            <a:lvl7pPr>
              <a:defRPr sz="1513"/>
            </a:lvl7pPr>
            <a:lvl8pPr>
              <a:defRPr sz="1513"/>
            </a:lvl8pPr>
            <a:lvl9pPr>
              <a:defRPr sz="15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762184" y="7061965"/>
            <a:ext cx="9563989" cy="19975307"/>
          </a:xfrm>
          <a:prstGeom prst="rect">
            <a:avLst/>
          </a:prstGeom>
        </p:spPr>
        <p:txBody>
          <a:bodyPr/>
          <a:lstStyle>
            <a:lvl1pPr>
              <a:defRPr sz="2354"/>
            </a:lvl1pPr>
            <a:lvl2pPr>
              <a:defRPr sz="2018"/>
            </a:lvl2pPr>
            <a:lvl3pPr>
              <a:defRPr sz="1682"/>
            </a:lvl3pPr>
            <a:lvl4pPr>
              <a:defRPr sz="1513"/>
            </a:lvl4pPr>
            <a:lvl5pPr>
              <a:defRPr sz="1513"/>
            </a:lvl5pPr>
            <a:lvl6pPr>
              <a:defRPr sz="1513"/>
            </a:lvl6pPr>
            <a:lvl7pPr>
              <a:defRPr sz="1513"/>
            </a:lvl7pPr>
            <a:lvl8pPr>
              <a:defRPr sz="1513"/>
            </a:lvl8pPr>
            <a:lvl9pPr>
              <a:defRPr sz="15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0021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0154" y="1211920"/>
            <a:ext cx="19256019" cy="50452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0155" y="6775000"/>
            <a:ext cx="9453469" cy="282425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18" b="1"/>
            </a:lvl1pPr>
            <a:lvl2pPr marL="384414" indent="0">
              <a:buNone/>
              <a:defRPr sz="1682" b="1"/>
            </a:lvl2pPr>
            <a:lvl3pPr marL="768828" indent="0">
              <a:buNone/>
              <a:defRPr sz="1513" b="1"/>
            </a:lvl3pPr>
            <a:lvl4pPr marL="1153241" indent="0">
              <a:buNone/>
              <a:defRPr sz="1345" b="1"/>
            </a:lvl4pPr>
            <a:lvl5pPr marL="1537655" indent="0">
              <a:buNone/>
              <a:defRPr sz="1345" b="1"/>
            </a:lvl5pPr>
            <a:lvl6pPr marL="1922069" indent="0">
              <a:buNone/>
              <a:defRPr sz="1345" b="1"/>
            </a:lvl6pPr>
            <a:lvl7pPr marL="2306483" indent="0">
              <a:buNone/>
              <a:defRPr sz="1345" b="1"/>
            </a:lvl7pPr>
            <a:lvl8pPr marL="2690896" indent="0">
              <a:buNone/>
              <a:defRPr sz="1345" b="1"/>
            </a:lvl8pPr>
            <a:lvl9pPr marL="3075310" indent="0">
              <a:buNone/>
              <a:defRPr sz="134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70155" y="9599253"/>
            <a:ext cx="9453469" cy="17438019"/>
          </a:xfrm>
          <a:prstGeom prst="rect">
            <a:avLst/>
          </a:prstGeom>
        </p:spPr>
        <p:txBody>
          <a:bodyPr/>
          <a:lstStyle>
            <a:lvl1pPr>
              <a:defRPr sz="2018"/>
            </a:lvl1pPr>
            <a:lvl2pPr>
              <a:defRPr sz="1682"/>
            </a:lvl2pPr>
            <a:lvl3pPr>
              <a:defRPr sz="1513"/>
            </a:lvl3pPr>
            <a:lvl4pPr>
              <a:defRPr sz="1345"/>
            </a:lvl4pPr>
            <a:lvl5pPr>
              <a:defRPr sz="1345"/>
            </a:lvl5pPr>
            <a:lvl6pPr>
              <a:defRPr sz="1345"/>
            </a:lvl6pPr>
            <a:lvl7pPr>
              <a:defRPr sz="1345"/>
            </a:lvl7pPr>
            <a:lvl8pPr>
              <a:defRPr sz="1345"/>
            </a:lvl8pPr>
            <a:lvl9pPr>
              <a:defRPr sz="134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68660" y="6775000"/>
            <a:ext cx="9457513" cy="282425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18" b="1"/>
            </a:lvl1pPr>
            <a:lvl2pPr marL="384414" indent="0">
              <a:buNone/>
              <a:defRPr sz="1682" b="1"/>
            </a:lvl2pPr>
            <a:lvl3pPr marL="768828" indent="0">
              <a:buNone/>
              <a:defRPr sz="1513" b="1"/>
            </a:lvl3pPr>
            <a:lvl4pPr marL="1153241" indent="0">
              <a:buNone/>
              <a:defRPr sz="1345" b="1"/>
            </a:lvl4pPr>
            <a:lvl5pPr marL="1537655" indent="0">
              <a:buNone/>
              <a:defRPr sz="1345" b="1"/>
            </a:lvl5pPr>
            <a:lvl6pPr marL="1922069" indent="0">
              <a:buNone/>
              <a:defRPr sz="1345" b="1"/>
            </a:lvl6pPr>
            <a:lvl7pPr marL="2306483" indent="0">
              <a:buNone/>
              <a:defRPr sz="1345" b="1"/>
            </a:lvl7pPr>
            <a:lvl8pPr marL="2690896" indent="0">
              <a:buNone/>
              <a:defRPr sz="1345" b="1"/>
            </a:lvl8pPr>
            <a:lvl9pPr marL="3075310" indent="0">
              <a:buNone/>
              <a:defRPr sz="134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68660" y="9599253"/>
            <a:ext cx="9457513" cy="17438019"/>
          </a:xfrm>
          <a:prstGeom prst="rect">
            <a:avLst/>
          </a:prstGeom>
        </p:spPr>
        <p:txBody>
          <a:bodyPr/>
          <a:lstStyle>
            <a:lvl1pPr>
              <a:defRPr sz="2018"/>
            </a:lvl1pPr>
            <a:lvl2pPr>
              <a:defRPr sz="1682"/>
            </a:lvl2pPr>
            <a:lvl3pPr>
              <a:defRPr sz="1513"/>
            </a:lvl3pPr>
            <a:lvl4pPr>
              <a:defRPr sz="1345"/>
            </a:lvl4pPr>
            <a:lvl5pPr>
              <a:defRPr sz="1345"/>
            </a:lvl5pPr>
            <a:lvl6pPr>
              <a:defRPr sz="1345"/>
            </a:lvl6pPr>
            <a:lvl7pPr>
              <a:defRPr sz="1345"/>
            </a:lvl7pPr>
            <a:lvl8pPr>
              <a:defRPr sz="1345"/>
            </a:lvl8pPr>
            <a:lvl9pPr>
              <a:defRPr sz="134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3921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0154" y="1211920"/>
            <a:ext cx="19256019" cy="50452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93440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9195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0153" y="1205247"/>
            <a:ext cx="7039560" cy="5127965"/>
          </a:xfrm>
          <a:prstGeom prst="rect">
            <a:avLst/>
          </a:prstGeom>
        </p:spPr>
        <p:txBody>
          <a:bodyPr anchor="b"/>
          <a:lstStyle>
            <a:lvl1pPr algn="l">
              <a:defRPr sz="1682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5796" y="1205247"/>
            <a:ext cx="11960377" cy="25832025"/>
          </a:xfrm>
          <a:prstGeom prst="rect">
            <a:avLst/>
          </a:prstGeom>
        </p:spPr>
        <p:txBody>
          <a:bodyPr/>
          <a:lstStyle>
            <a:lvl1pPr>
              <a:defRPr sz="2691"/>
            </a:lvl1pPr>
            <a:lvl2pPr>
              <a:defRPr sz="2354"/>
            </a:lvl2pPr>
            <a:lvl3pPr>
              <a:defRPr sz="2018"/>
            </a:lvl3pPr>
            <a:lvl4pPr>
              <a:defRPr sz="1682"/>
            </a:lvl4pPr>
            <a:lvl5pPr>
              <a:defRPr sz="1682"/>
            </a:lvl5pPr>
            <a:lvl6pPr>
              <a:defRPr sz="1682"/>
            </a:lvl6pPr>
            <a:lvl7pPr>
              <a:defRPr sz="1682"/>
            </a:lvl7pPr>
            <a:lvl8pPr>
              <a:defRPr sz="1682"/>
            </a:lvl8pPr>
            <a:lvl9pPr>
              <a:defRPr sz="168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0153" y="6333211"/>
            <a:ext cx="7039560" cy="207040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77"/>
            </a:lvl1pPr>
            <a:lvl2pPr marL="384414" indent="0">
              <a:buNone/>
              <a:defRPr sz="1009"/>
            </a:lvl2pPr>
            <a:lvl3pPr marL="768828" indent="0">
              <a:buNone/>
              <a:defRPr sz="841"/>
            </a:lvl3pPr>
            <a:lvl4pPr marL="1153241" indent="0">
              <a:buNone/>
              <a:defRPr sz="757"/>
            </a:lvl4pPr>
            <a:lvl5pPr marL="1537655" indent="0">
              <a:buNone/>
              <a:defRPr sz="757"/>
            </a:lvl5pPr>
            <a:lvl6pPr marL="1922069" indent="0">
              <a:buNone/>
              <a:defRPr sz="757"/>
            </a:lvl6pPr>
            <a:lvl7pPr marL="2306483" indent="0">
              <a:buNone/>
              <a:defRPr sz="757"/>
            </a:lvl7pPr>
            <a:lvl8pPr marL="2690896" indent="0">
              <a:buNone/>
              <a:defRPr sz="757"/>
            </a:lvl8pPr>
            <a:lvl9pPr marL="3075310" indent="0">
              <a:buNone/>
              <a:defRPr sz="75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7138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4354" y="21187227"/>
            <a:ext cx="12837795" cy="2501251"/>
          </a:xfrm>
          <a:prstGeom prst="rect">
            <a:avLst/>
          </a:prstGeom>
        </p:spPr>
        <p:txBody>
          <a:bodyPr anchor="b"/>
          <a:lstStyle>
            <a:lvl1pPr algn="l">
              <a:defRPr sz="1682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4354" y="2704129"/>
            <a:ext cx="12837795" cy="181600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91"/>
            </a:lvl1pPr>
            <a:lvl2pPr marL="384414" indent="0">
              <a:buNone/>
              <a:defRPr sz="2354"/>
            </a:lvl2pPr>
            <a:lvl3pPr marL="768828" indent="0">
              <a:buNone/>
              <a:defRPr sz="2018"/>
            </a:lvl3pPr>
            <a:lvl4pPr marL="1153241" indent="0">
              <a:buNone/>
              <a:defRPr sz="1682"/>
            </a:lvl4pPr>
            <a:lvl5pPr marL="1537655" indent="0">
              <a:buNone/>
              <a:defRPr sz="1682"/>
            </a:lvl5pPr>
            <a:lvl6pPr marL="1922069" indent="0">
              <a:buNone/>
              <a:defRPr sz="1682"/>
            </a:lvl6pPr>
            <a:lvl7pPr marL="2306483" indent="0">
              <a:buNone/>
              <a:defRPr sz="1682"/>
            </a:lvl7pPr>
            <a:lvl8pPr marL="2690896" indent="0">
              <a:buNone/>
              <a:defRPr sz="1682"/>
            </a:lvl8pPr>
            <a:lvl9pPr marL="3075310" indent="0">
              <a:buNone/>
              <a:defRPr sz="1682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4354" y="23688477"/>
            <a:ext cx="12837795" cy="3551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77"/>
            </a:lvl1pPr>
            <a:lvl2pPr marL="384414" indent="0">
              <a:buNone/>
              <a:defRPr sz="1009"/>
            </a:lvl2pPr>
            <a:lvl3pPr marL="768828" indent="0">
              <a:buNone/>
              <a:defRPr sz="841"/>
            </a:lvl3pPr>
            <a:lvl4pPr marL="1153241" indent="0">
              <a:buNone/>
              <a:defRPr sz="757"/>
            </a:lvl4pPr>
            <a:lvl5pPr marL="1537655" indent="0">
              <a:buNone/>
              <a:defRPr sz="757"/>
            </a:lvl5pPr>
            <a:lvl6pPr marL="1922069" indent="0">
              <a:buNone/>
              <a:defRPr sz="757"/>
            </a:lvl6pPr>
            <a:lvl7pPr marL="2306483" indent="0">
              <a:buNone/>
              <a:defRPr sz="757"/>
            </a:lvl7pPr>
            <a:lvl8pPr marL="2690896" indent="0">
              <a:buNone/>
              <a:defRPr sz="757"/>
            </a:lvl8pPr>
            <a:lvl9pPr marL="3075310" indent="0">
              <a:buNone/>
              <a:defRPr sz="75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02676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0154" y="1211920"/>
            <a:ext cx="19256019" cy="50452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70154" y="7061965"/>
            <a:ext cx="19256019" cy="199753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5548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513178" y="1211919"/>
            <a:ext cx="4812994" cy="25825352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70153" y="1211919"/>
            <a:ext cx="14313636" cy="2582535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6231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://www.megaprint.com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w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15">
            <a:hlinkClick r:id="rId13"/>
          </p:cNvPr>
          <p:cNvGraphicFramePr>
            <a:graphicFrameLocks noChangeAspect="1"/>
          </p:cNvGraphicFramePr>
          <p:nvPr userDrawn="1"/>
        </p:nvGraphicFramePr>
        <p:xfrm>
          <a:off x="16183036" y="29808134"/>
          <a:ext cx="2707730" cy="138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14" imgW="8833104" imgH="310896" progId="CorelDraw.Graphic.15">
                  <p:embed/>
                </p:oleObj>
              </mc:Choice>
              <mc:Fallback>
                <p:oleObj name="CorelDRAW" r:id="rId14" imgW="8833104" imgH="310896" progId="CorelDraw.Graphic.15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38562"/>
                      <a:stretch>
                        <a:fillRect/>
                      </a:stretch>
                    </p:blipFill>
                    <p:spPr bwMode="auto">
                      <a:xfrm>
                        <a:off x="16183036" y="29808134"/>
                        <a:ext cx="2707730" cy="1388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0" name="Text Box 16"/>
          <p:cNvSpPr txBox="1">
            <a:spLocks noChangeArrowheads="1"/>
          </p:cNvSpPr>
          <p:nvPr userDrawn="1"/>
        </p:nvSpPr>
        <p:spPr bwMode="auto">
          <a:xfrm>
            <a:off x="18859648" y="29753410"/>
            <a:ext cx="1574470" cy="247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3497263">
              <a:defRPr>
                <a:solidFill>
                  <a:schemeClr val="tx1"/>
                </a:solidFill>
                <a:latin typeface="Arial" charset="0"/>
              </a:defRPr>
            </a:lvl1pPr>
            <a:lvl2pPr algn="l" defTabSz="3497263">
              <a:defRPr>
                <a:solidFill>
                  <a:schemeClr val="tx1"/>
                </a:solidFill>
                <a:latin typeface="Arial" charset="0"/>
              </a:defRPr>
            </a:lvl2pPr>
            <a:lvl3pPr algn="l" defTabSz="3497263">
              <a:defRPr>
                <a:solidFill>
                  <a:schemeClr val="tx1"/>
                </a:solidFill>
                <a:latin typeface="Arial" charset="0"/>
              </a:defRPr>
            </a:lvl3pPr>
            <a:lvl4pPr algn="l" defTabSz="3497263">
              <a:defRPr>
                <a:solidFill>
                  <a:schemeClr val="tx1"/>
                </a:solidFill>
                <a:latin typeface="Arial" charset="0"/>
              </a:defRPr>
            </a:lvl4pPr>
            <a:lvl5pPr algn="l" defTabSz="3497263">
              <a:defRPr>
                <a:solidFill>
                  <a:schemeClr val="tx1"/>
                </a:solidFill>
                <a:latin typeface="Arial" charset="0"/>
              </a:defRPr>
            </a:lvl5pPr>
            <a:lvl6pPr defTabSz="34972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defTabSz="34972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defTabSz="34972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defTabSz="34972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defRPr/>
            </a:pPr>
            <a:r>
              <a:rPr lang="en-US" altLang="en-US" sz="1009">
                <a:solidFill>
                  <a:schemeClr val="bg1"/>
                </a:solidFill>
              </a:rPr>
              <a:t>www.postersession.com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940499" rtl="0" eaLnBrk="0" fontAlgn="base" hangingPunct="0">
        <a:spcBef>
          <a:spcPct val="0"/>
        </a:spcBef>
        <a:spcAft>
          <a:spcPct val="0"/>
        </a:spcAft>
        <a:defRPr sz="14125">
          <a:solidFill>
            <a:schemeClr val="tx2"/>
          </a:solidFill>
          <a:latin typeface="+mj-lt"/>
          <a:ea typeface="+mj-ea"/>
          <a:cs typeface="+mj-cs"/>
        </a:defRPr>
      </a:lvl1pPr>
      <a:lvl2pPr algn="ctr" defTabSz="2940499" rtl="0" eaLnBrk="0" fontAlgn="base" hangingPunct="0">
        <a:spcBef>
          <a:spcPct val="0"/>
        </a:spcBef>
        <a:spcAft>
          <a:spcPct val="0"/>
        </a:spcAft>
        <a:defRPr sz="14125">
          <a:solidFill>
            <a:schemeClr val="tx2"/>
          </a:solidFill>
          <a:latin typeface="Arial" charset="0"/>
        </a:defRPr>
      </a:lvl2pPr>
      <a:lvl3pPr algn="ctr" defTabSz="2940499" rtl="0" eaLnBrk="0" fontAlgn="base" hangingPunct="0">
        <a:spcBef>
          <a:spcPct val="0"/>
        </a:spcBef>
        <a:spcAft>
          <a:spcPct val="0"/>
        </a:spcAft>
        <a:defRPr sz="14125">
          <a:solidFill>
            <a:schemeClr val="tx2"/>
          </a:solidFill>
          <a:latin typeface="Arial" charset="0"/>
        </a:defRPr>
      </a:lvl3pPr>
      <a:lvl4pPr algn="ctr" defTabSz="2940499" rtl="0" eaLnBrk="0" fontAlgn="base" hangingPunct="0">
        <a:spcBef>
          <a:spcPct val="0"/>
        </a:spcBef>
        <a:spcAft>
          <a:spcPct val="0"/>
        </a:spcAft>
        <a:defRPr sz="14125">
          <a:solidFill>
            <a:schemeClr val="tx2"/>
          </a:solidFill>
          <a:latin typeface="Arial" charset="0"/>
        </a:defRPr>
      </a:lvl4pPr>
      <a:lvl5pPr algn="ctr" defTabSz="2940499" rtl="0" eaLnBrk="0" fontAlgn="base" hangingPunct="0">
        <a:spcBef>
          <a:spcPct val="0"/>
        </a:spcBef>
        <a:spcAft>
          <a:spcPct val="0"/>
        </a:spcAft>
        <a:defRPr sz="14125">
          <a:solidFill>
            <a:schemeClr val="tx2"/>
          </a:solidFill>
          <a:latin typeface="Arial" charset="0"/>
        </a:defRPr>
      </a:lvl5pPr>
      <a:lvl6pPr marL="384414" algn="ctr" defTabSz="2940499" rtl="0" fontAlgn="base">
        <a:spcBef>
          <a:spcPct val="0"/>
        </a:spcBef>
        <a:spcAft>
          <a:spcPct val="0"/>
        </a:spcAft>
        <a:defRPr sz="14125">
          <a:solidFill>
            <a:schemeClr val="tx2"/>
          </a:solidFill>
          <a:latin typeface="Arial" charset="0"/>
        </a:defRPr>
      </a:lvl6pPr>
      <a:lvl7pPr marL="768828" algn="ctr" defTabSz="2940499" rtl="0" fontAlgn="base">
        <a:spcBef>
          <a:spcPct val="0"/>
        </a:spcBef>
        <a:spcAft>
          <a:spcPct val="0"/>
        </a:spcAft>
        <a:defRPr sz="14125">
          <a:solidFill>
            <a:schemeClr val="tx2"/>
          </a:solidFill>
          <a:latin typeface="Arial" charset="0"/>
        </a:defRPr>
      </a:lvl7pPr>
      <a:lvl8pPr marL="1153241" algn="ctr" defTabSz="2940499" rtl="0" fontAlgn="base">
        <a:spcBef>
          <a:spcPct val="0"/>
        </a:spcBef>
        <a:spcAft>
          <a:spcPct val="0"/>
        </a:spcAft>
        <a:defRPr sz="14125">
          <a:solidFill>
            <a:schemeClr val="tx2"/>
          </a:solidFill>
          <a:latin typeface="Arial" charset="0"/>
        </a:defRPr>
      </a:lvl8pPr>
      <a:lvl9pPr marL="1537655" algn="ctr" defTabSz="2940499" rtl="0" fontAlgn="base">
        <a:spcBef>
          <a:spcPct val="0"/>
        </a:spcBef>
        <a:spcAft>
          <a:spcPct val="0"/>
        </a:spcAft>
        <a:defRPr sz="14125">
          <a:solidFill>
            <a:schemeClr val="tx2"/>
          </a:solidFill>
          <a:latin typeface="Arial" charset="0"/>
        </a:defRPr>
      </a:lvl9pPr>
    </p:titleStyle>
    <p:bodyStyle>
      <a:lvl1pPr marL="1102520" indent="-1102520" algn="l" defTabSz="2940499" rtl="0" eaLnBrk="0" fontAlgn="base" hangingPunct="0">
        <a:spcBef>
          <a:spcPct val="20000"/>
        </a:spcBef>
        <a:spcAft>
          <a:spcPct val="0"/>
        </a:spcAft>
        <a:buChar char="•"/>
        <a:defRPr sz="10342">
          <a:solidFill>
            <a:schemeClr val="tx1"/>
          </a:solidFill>
          <a:latin typeface="+mn-lt"/>
          <a:ea typeface="+mn-ea"/>
          <a:cs typeface="+mn-cs"/>
        </a:defRPr>
      </a:lvl1pPr>
      <a:lvl2pPr marL="2387904" indent="-918322" algn="l" defTabSz="2940499" rtl="0" eaLnBrk="0" fontAlgn="base" hangingPunct="0">
        <a:spcBef>
          <a:spcPct val="20000"/>
        </a:spcBef>
        <a:spcAft>
          <a:spcPct val="0"/>
        </a:spcAft>
        <a:buChar char="–"/>
        <a:defRPr sz="8997">
          <a:solidFill>
            <a:schemeClr val="tx1"/>
          </a:solidFill>
          <a:latin typeface="+mn-lt"/>
        </a:defRPr>
      </a:lvl2pPr>
      <a:lvl3pPr marL="3674622" indent="-734124" algn="l" defTabSz="2940499" rtl="0" eaLnBrk="0" fontAlgn="base" hangingPunct="0">
        <a:spcBef>
          <a:spcPct val="20000"/>
        </a:spcBef>
        <a:spcAft>
          <a:spcPct val="0"/>
        </a:spcAft>
        <a:buChar char="•"/>
        <a:defRPr sz="7735">
          <a:solidFill>
            <a:schemeClr val="tx1"/>
          </a:solidFill>
          <a:latin typeface="+mn-lt"/>
        </a:defRPr>
      </a:lvl3pPr>
      <a:lvl4pPr marL="5144204" indent="-734124" algn="l" defTabSz="2940499" rtl="0" eaLnBrk="0" fontAlgn="base" hangingPunct="0">
        <a:spcBef>
          <a:spcPct val="20000"/>
        </a:spcBef>
        <a:spcAft>
          <a:spcPct val="0"/>
        </a:spcAft>
        <a:buChar char="–"/>
        <a:defRPr sz="6390">
          <a:solidFill>
            <a:schemeClr val="tx1"/>
          </a:solidFill>
          <a:latin typeface="+mn-lt"/>
        </a:defRPr>
      </a:lvl4pPr>
      <a:lvl5pPr marL="6615120" indent="-734124" algn="l" defTabSz="2940499" rtl="0" eaLnBrk="0" fontAlgn="base" hangingPunct="0">
        <a:spcBef>
          <a:spcPct val="20000"/>
        </a:spcBef>
        <a:spcAft>
          <a:spcPct val="0"/>
        </a:spcAft>
        <a:buChar char="»"/>
        <a:defRPr sz="6390">
          <a:solidFill>
            <a:schemeClr val="tx1"/>
          </a:solidFill>
          <a:latin typeface="+mn-lt"/>
        </a:defRPr>
      </a:lvl5pPr>
      <a:lvl6pPr marL="6999534" indent="-734124" algn="l" defTabSz="2940499" rtl="0" fontAlgn="base">
        <a:spcBef>
          <a:spcPct val="20000"/>
        </a:spcBef>
        <a:spcAft>
          <a:spcPct val="0"/>
        </a:spcAft>
        <a:buChar char="»"/>
        <a:defRPr sz="6390">
          <a:solidFill>
            <a:schemeClr val="tx1"/>
          </a:solidFill>
          <a:latin typeface="+mn-lt"/>
        </a:defRPr>
      </a:lvl6pPr>
      <a:lvl7pPr marL="7383948" indent="-734124" algn="l" defTabSz="2940499" rtl="0" fontAlgn="base">
        <a:spcBef>
          <a:spcPct val="20000"/>
        </a:spcBef>
        <a:spcAft>
          <a:spcPct val="0"/>
        </a:spcAft>
        <a:buChar char="»"/>
        <a:defRPr sz="6390">
          <a:solidFill>
            <a:schemeClr val="tx1"/>
          </a:solidFill>
          <a:latin typeface="+mn-lt"/>
        </a:defRPr>
      </a:lvl7pPr>
      <a:lvl8pPr marL="7768361" indent="-734124" algn="l" defTabSz="2940499" rtl="0" fontAlgn="base">
        <a:spcBef>
          <a:spcPct val="20000"/>
        </a:spcBef>
        <a:spcAft>
          <a:spcPct val="0"/>
        </a:spcAft>
        <a:buChar char="»"/>
        <a:defRPr sz="6390">
          <a:solidFill>
            <a:schemeClr val="tx1"/>
          </a:solidFill>
          <a:latin typeface="+mn-lt"/>
        </a:defRPr>
      </a:lvl8pPr>
      <a:lvl9pPr marL="8152775" indent="-734124" algn="l" defTabSz="2940499" rtl="0" fontAlgn="base">
        <a:spcBef>
          <a:spcPct val="20000"/>
        </a:spcBef>
        <a:spcAft>
          <a:spcPct val="0"/>
        </a:spcAft>
        <a:buChar char="»"/>
        <a:defRPr sz="639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768828" rtl="0" eaLnBrk="1" latinLnBrk="0" hangingPunct="1">
        <a:defRPr sz="1513" kern="1200">
          <a:solidFill>
            <a:schemeClr val="tx1"/>
          </a:solidFill>
          <a:latin typeface="+mn-lt"/>
          <a:ea typeface="+mn-ea"/>
          <a:cs typeface="+mn-cs"/>
        </a:defRPr>
      </a:lvl1pPr>
      <a:lvl2pPr marL="384414" algn="l" defTabSz="768828" rtl="0" eaLnBrk="1" latinLnBrk="0" hangingPunct="1">
        <a:defRPr sz="1513" kern="1200">
          <a:solidFill>
            <a:schemeClr val="tx1"/>
          </a:solidFill>
          <a:latin typeface="+mn-lt"/>
          <a:ea typeface="+mn-ea"/>
          <a:cs typeface="+mn-cs"/>
        </a:defRPr>
      </a:lvl2pPr>
      <a:lvl3pPr marL="768828" algn="l" defTabSz="768828" rtl="0" eaLnBrk="1" latinLnBrk="0" hangingPunct="1">
        <a:defRPr sz="1513" kern="1200">
          <a:solidFill>
            <a:schemeClr val="tx1"/>
          </a:solidFill>
          <a:latin typeface="+mn-lt"/>
          <a:ea typeface="+mn-ea"/>
          <a:cs typeface="+mn-cs"/>
        </a:defRPr>
      </a:lvl3pPr>
      <a:lvl4pPr marL="1153241" algn="l" defTabSz="768828" rtl="0" eaLnBrk="1" latinLnBrk="0" hangingPunct="1">
        <a:defRPr sz="1513" kern="1200">
          <a:solidFill>
            <a:schemeClr val="tx1"/>
          </a:solidFill>
          <a:latin typeface="+mn-lt"/>
          <a:ea typeface="+mn-ea"/>
          <a:cs typeface="+mn-cs"/>
        </a:defRPr>
      </a:lvl4pPr>
      <a:lvl5pPr marL="1537655" algn="l" defTabSz="768828" rtl="0" eaLnBrk="1" latinLnBrk="0" hangingPunct="1">
        <a:defRPr sz="1513" kern="1200">
          <a:solidFill>
            <a:schemeClr val="tx1"/>
          </a:solidFill>
          <a:latin typeface="+mn-lt"/>
          <a:ea typeface="+mn-ea"/>
          <a:cs typeface="+mn-cs"/>
        </a:defRPr>
      </a:lvl5pPr>
      <a:lvl6pPr marL="1922069" algn="l" defTabSz="768828" rtl="0" eaLnBrk="1" latinLnBrk="0" hangingPunct="1">
        <a:defRPr sz="1513" kern="1200">
          <a:solidFill>
            <a:schemeClr val="tx1"/>
          </a:solidFill>
          <a:latin typeface="+mn-lt"/>
          <a:ea typeface="+mn-ea"/>
          <a:cs typeface="+mn-cs"/>
        </a:defRPr>
      </a:lvl6pPr>
      <a:lvl7pPr marL="2306483" algn="l" defTabSz="768828" rtl="0" eaLnBrk="1" latinLnBrk="0" hangingPunct="1">
        <a:defRPr sz="1513" kern="1200">
          <a:solidFill>
            <a:schemeClr val="tx1"/>
          </a:solidFill>
          <a:latin typeface="+mn-lt"/>
          <a:ea typeface="+mn-ea"/>
          <a:cs typeface="+mn-cs"/>
        </a:defRPr>
      </a:lvl7pPr>
      <a:lvl8pPr marL="2690896" algn="l" defTabSz="768828" rtl="0" eaLnBrk="1" latinLnBrk="0" hangingPunct="1">
        <a:defRPr sz="1513" kern="1200">
          <a:solidFill>
            <a:schemeClr val="tx1"/>
          </a:solidFill>
          <a:latin typeface="+mn-lt"/>
          <a:ea typeface="+mn-ea"/>
          <a:cs typeface="+mn-cs"/>
        </a:defRPr>
      </a:lvl8pPr>
      <a:lvl9pPr marL="3075310" algn="l" defTabSz="768828" rtl="0" eaLnBrk="1" latinLnBrk="0" hangingPunct="1">
        <a:defRPr sz="15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 l="-50000" r="-5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4"/>
          <p:cNvSpPr>
            <a:spLocks noChangeArrowheads="1"/>
          </p:cNvSpPr>
          <p:nvPr/>
        </p:nvSpPr>
        <p:spPr bwMode="auto">
          <a:xfrm>
            <a:off x="458914" y="25832435"/>
            <a:ext cx="10172168" cy="3654276"/>
          </a:xfrm>
          <a:prstGeom prst="roundRect">
            <a:avLst>
              <a:gd name="adj" fmla="val 6194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 sz="5802">
              <a:cs typeface="B Nazanin" panose="00000400000000000000" pitchFamily="2" charset="-78"/>
            </a:endParaRPr>
          </a:p>
        </p:txBody>
      </p:sp>
      <p:sp>
        <p:nvSpPr>
          <p:cNvPr id="22" name="AutoShape 4"/>
          <p:cNvSpPr>
            <a:spLocks noChangeArrowheads="1"/>
          </p:cNvSpPr>
          <p:nvPr/>
        </p:nvSpPr>
        <p:spPr bwMode="auto">
          <a:xfrm>
            <a:off x="458914" y="19522440"/>
            <a:ext cx="10172168" cy="6007388"/>
          </a:xfrm>
          <a:prstGeom prst="roundRect">
            <a:avLst>
              <a:gd name="adj" fmla="val 3634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 sz="5802">
              <a:cs typeface="B Nazanin" panose="00000400000000000000" pitchFamily="2" charset="-78"/>
            </a:endParaRPr>
          </a:p>
        </p:txBody>
      </p:sp>
      <p:sp>
        <p:nvSpPr>
          <p:cNvPr id="21" name="AutoShape 50"/>
          <p:cNvSpPr>
            <a:spLocks noChangeArrowheads="1"/>
          </p:cNvSpPr>
          <p:nvPr/>
        </p:nvSpPr>
        <p:spPr bwMode="auto">
          <a:xfrm>
            <a:off x="10930357" y="13135906"/>
            <a:ext cx="9945656" cy="16304090"/>
          </a:xfrm>
          <a:prstGeom prst="roundRect">
            <a:avLst>
              <a:gd name="adj" fmla="val 2414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 sz="5802">
              <a:cs typeface="B Nazanin" panose="00000400000000000000" pitchFamily="2" charset="-78"/>
            </a:endParaRPr>
          </a:p>
        </p:txBody>
      </p:sp>
      <p:sp>
        <p:nvSpPr>
          <p:cNvPr id="33" name="AutoShape 50"/>
          <p:cNvSpPr>
            <a:spLocks noChangeArrowheads="1"/>
          </p:cNvSpPr>
          <p:nvPr/>
        </p:nvSpPr>
        <p:spPr bwMode="auto">
          <a:xfrm>
            <a:off x="10930357" y="5600775"/>
            <a:ext cx="9945656" cy="7234446"/>
          </a:xfrm>
          <a:prstGeom prst="roundRect">
            <a:avLst>
              <a:gd name="adj" fmla="val 2414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 sz="5802">
              <a:cs typeface="B Nazanin" panose="00000400000000000000" pitchFamily="2" charset="-78"/>
            </a:endParaRPr>
          </a:p>
        </p:txBody>
      </p:sp>
      <p:sp>
        <p:nvSpPr>
          <p:cNvPr id="34" name="AutoShape 4"/>
          <p:cNvSpPr>
            <a:spLocks noChangeArrowheads="1"/>
          </p:cNvSpPr>
          <p:nvPr/>
        </p:nvSpPr>
        <p:spPr bwMode="auto">
          <a:xfrm>
            <a:off x="472262" y="5604457"/>
            <a:ext cx="10115788" cy="13615375"/>
          </a:xfrm>
          <a:prstGeom prst="roundRect">
            <a:avLst>
              <a:gd name="adj" fmla="val 1852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 sz="5802">
              <a:cs typeface="B Nazanin" panose="00000400000000000000" pitchFamily="2" charset="-78"/>
            </a:endParaRPr>
          </a:p>
        </p:txBody>
      </p:sp>
      <p:sp>
        <p:nvSpPr>
          <p:cNvPr id="36" name="AutoShape 13"/>
          <p:cNvSpPr>
            <a:spLocks noChangeArrowheads="1"/>
          </p:cNvSpPr>
          <p:nvPr/>
        </p:nvSpPr>
        <p:spPr bwMode="auto">
          <a:xfrm>
            <a:off x="472262" y="349694"/>
            <a:ext cx="20403752" cy="4834329"/>
          </a:xfrm>
          <a:prstGeom prst="roundRect">
            <a:avLst>
              <a:gd name="adj" fmla="val 5038"/>
            </a:avLst>
          </a:prstGeom>
          <a:gradFill rotWithShape="1">
            <a:gsLst>
              <a:gs pos="0">
                <a:schemeClr val="bg1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61250" tIns="30625" rIns="61250" bIns="30625" anchor="ctr"/>
          <a:lstStyle>
            <a:lvl1pPr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 sz="5802">
              <a:solidFill>
                <a:schemeClr val="bg1"/>
              </a:solidFill>
            </a:endParaRP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9320" y="2336707"/>
            <a:ext cx="2546631" cy="2546631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818" y="2336707"/>
            <a:ext cx="3244710" cy="254470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548429" y="789085"/>
            <a:ext cx="14763855" cy="1508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6600" b="1" dirty="0" err="1">
                <a:solidFill>
                  <a:srgbClr val="2C1237"/>
                </a:solidFill>
                <a:latin typeface="Noto Kufi Arabic"/>
                <a:cs typeface="B Titr" panose="00000700000000000000" pitchFamily="2" charset="-78"/>
              </a:rPr>
              <a:t>حقیقت‌سنجی</a:t>
            </a:r>
            <a:r>
              <a:rPr sz="6600" b="1" dirty="0">
                <a:solidFill>
                  <a:srgbClr val="2C1237"/>
                </a:solidFill>
                <a:latin typeface="Noto Kufi Arabic"/>
                <a:cs typeface="B Titr" panose="00000700000000000000" pitchFamily="2" charset="-78"/>
              </a:rPr>
              <a:t> </a:t>
            </a:r>
            <a:r>
              <a:rPr sz="6600" b="1" dirty="0" err="1">
                <a:solidFill>
                  <a:srgbClr val="2C1237"/>
                </a:solidFill>
                <a:latin typeface="Noto Kufi Arabic"/>
                <a:cs typeface="B Titr" panose="00000700000000000000" pitchFamily="2" charset="-78"/>
              </a:rPr>
              <a:t>ادعاهای</a:t>
            </a:r>
            <a:r>
              <a:rPr sz="6600" b="1" dirty="0">
                <a:solidFill>
                  <a:srgbClr val="2C1237"/>
                </a:solidFill>
                <a:latin typeface="Noto Kufi Arabic"/>
                <a:cs typeface="B Titr" panose="00000700000000000000" pitchFamily="2" charset="-78"/>
              </a:rPr>
              <a:t> </a:t>
            </a:r>
            <a:r>
              <a:rPr sz="6600" b="1" dirty="0" err="1">
                <a:solidFill>
                  <a:srgbClr val="2C1237"/>
                </a:solidFill>
                <a:latin typeface="Noto Kufi Arabic"/>
                <a:cs typeface="B Titr" panose="00000700000000000000" pitchFamily="2" charset="-78"/>
              </a:rPr>
              <a:t>جدید</a:t>
            </a:r>
            <a:r>
              <a:rPr sz="6600" b="1" dirty="0">
                <a:solidFill>
                  <a:srgbClr val="2C1237"/>
                </a:solidFill>
                <a:latin typeface="Noto Kufi Arabic"/>
                <a:cs typeface="B Titr" panose="00000700000000000000" pitchFamily="2" charset="-78"/>
              </a:rPr>
              <a:t> </a:t>
            </a:r>
            <a:r>
              <a:rPr sz="6600" b="1" dirty="0" err="1">
                <a:solidFill>
                  <a:srgbClr val="2C1237"/>
                </a:solidFill>
                <a:latin typeface="Noto Kufi Arabic"/>
                <a:cs typeface="B Titr" panose="00000700000000000000" pitchFamily="2" charset="-78"/>
              </a:rPr>
              <a:t>در</a:t>
            </a:r>
            <a:r>
              <a:rPr sz="6600" b="1" dirty="0">
                <a:solidFill>
                  <a:srgbClr val="2C1237"/>
                </a:solidFill>
                <a:latin typeface="Noto Kufi Arabic"/>
                <a:cs typeface="B Titr" panose="00000700000000000000" pitchFamily="2" charset="-78"/>
              </a:rPr>
              <a:t> </a:t>
            </a:r>
            <a:r>
              <a:rPr sz="6600" b="1" dirty="0" err="1">
                <a:solidFill>
                  <a:srgbClr val="2C1237"/>
                </a:solidFill>
                <a:latin typeface="Noto Kufi Arabic"/>
                <a:cs typeface="B Titr" panose="00000700000000000000" pitchFamily="2" charset="-78"/>
              </a:rPr>
              <a:t>مدل‌های</a:t>
            </a:r>
            <a:r>
              <a:rPr sz="6600" b="1" dirty="0">
                <a:solidFill>
                  <a:srgbClr val="2C1237"/>
                </a:solidFill>
                <a:latin typeface="Noto Kufi Arabic"/>
                <a:cs typeface="B Titr" panose="00000700000000000000" pitchFamily="2" charset="-78"/>
              </a:rPr>
              <a:t> </a:t>
            </a:r>
            <a:r>
              <a:rPr sz="6600" b="1" dirty="0" err="1">
                <a:solidFill>
                  <a:srgbClr val="2C1237"/>
                </a:solidFill>
                <a:latin typeface="Noto Kufi Arabic"/>
                <a:cs typeface="B Titr" panose="00000700000000000000" pitchFamily="2" charset="-78"/>
              </a:rPr>
              <a:t>زبانی</a:t>
            </a:r>
            <a:r>
              <a:rPr sz="6600" b="1" dirty="0">
                <a:solidFill>
                  <a:srgbClr val="2C1237"/>
                </a:solidFill>
                <a:latin typeface="Noto Kufi Arabic"/>
                <a:cs typeface="B Titr" panose="00000700000000000000" pitchFamily="2" charset="-78"/>
              </a:rPr>
              <a:t> </a:t>
            </a:r>
            <a:r>
              <a:rPr sz="6600" b="1" dirty="0" err="1">
                <a:solidFill>
                  <a:srgbClr val="2C1237"/>
                </a:solidFill>
                <a:latin typeface="Noto Kufi Arabic"/>
                <a:cs typeface="B Titr" panose="00000700000000000000" pitchFamily="2" charset="-78"/>
              </a:rPr>
              <a:t>بزرگ</a:t>
            </a:r>
            <a:r>
              <a:rPr lang="fa-IR" sz="6600" b="1" dirty="0">
                <a:solidFill>
                  <a:srgbClr val="2C1237"/>
                </a:solidFill>
                <a:latin typeface="Noto Kufi Arabic"/>
                <a:cs typeface="B Titr" panose="00000700000000000000" pitchFamily="2" charset="-78"/>
              </a:rPr>
              <a:t> </a:t>
            </a:r>
            <a:r>
              <a:rPr sz="6600" b="1" dirty="0" err="1">
                <a:solidFill>
                  <a:srgbClr val="2C1237"/>
                </a:solidFill>
                <a:latin typeface="Noto Kufi Arabic"/>
                <a:cs typeface="B Titr" panose="00000700000000000000" pitchFamily="2" charset="-78"/>
              </a:rPr>
              <a:t>با</a:t>
            </a:r>
            <a:r>
              <a:rPr sz="6600" b="1" dirty="0">
                <a:solidFill>
                  <a:srgbClr val="2C1237"/>
                </a:solidFill>
                <a:latin typeface="Noto Kufi Arabic"/>
                <a:cs typeface="B Titr" panose="00000700000000000000" pitchFamily="2" charset="-78"/>
              </a:rPr>
              <a:t> </a:t>
            </a:r>
            <a:r>
              <a:rPr sz="6600" b="1" dirty="0" err="1">
                <a:solidFill>
                  <a:srgbClr val="2C1237"/>
                </a:solidFill>
                <a:latin typeface="Noto Kufi Arabic"/>
                <a:cs typeface="B Titr" panose="00000700000000000000" pitchFamily="2" charset="-78"/>
              </a:rPr>
              <a:t>کمک</a:t>
            </a:r>
            <a:r>
              <a:rPr sz="6600" b="1" dirty="0">
                <a:solidFill>
                  <a:srgbClr val="2C1237"/>
                </a:solidFill>
                <a:latin typeface="Noto Kufi Arabic"/>
                <a:cs typeface="B Titr" panose="00000700000000000000" pitchFamily="2" charset="-78"/>
              </a:rPr>
              <a:t> </a:t>
            </a:r>
            <a:r>
              <a:rPr sz="6600" b="1" dirty="0" err="1">
                <a:solidFill>
                  <a:srgbClr val="2C1237"/>
                </a:solidFill>
                <a:latin typeface="Noto Kufi Arabic"/>
                <a:cs typeface="B Titr" panose="00000700000000000000" pitchFamily="2" charset="-78"/>
              </a:rPr>
              <a:t>سوگیری‌های</a:t>
            </a:r>
            <a:r>
              <a:rPr sz="6600" b="1" dirty="0">
                <a:solidFill>
                  <a:srgbClr val="2C1237"/>
                </a:solidFill>
                <a:latin typeface="Noto Kufi Arabic"/>
                <a:cs typeface="B Titr" panose="00000700000000000000" pitchFamily="2" charset="-78"/>
              </a:rPr>
              <a:t> </a:t>
            </a:r>
            <a:r>
              <a:rPr sz="6600" b="1" dirty="0" err="1">
                <a:solidFill>
                  <a:srgbClr val="2C1237"/>
                </a:solidFill>
                <a:latin typeface="Noto Kufi Arabic"/>
                <a:cs typeface="B Titr" panose="00000700000000000000" pitchFamily="2" charset="-78"/>
              </a:rPr>
              <a:t>شناختی</a:t>
            </a:r>
            <a:endParaRPr sz="6600" b="1" dirty="0">
              <a:solidFill>
                <a:srgbClr val="2C1237"/>
              </a:solidFill>
              <a:latin typeface="Noto Kufi Arabic"/>
              <a:cs typeface="B Titr" panose="00000700000000000000" pitchFamily="2" charset="-78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349240" y="3380859"/>
            <a:ext cx="10332720" cy="1417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4000" b="1" dirty="0" err="1">
                <a:solidFill>
                  <a:srgbClr val="2C1237"/>
                </a:solidFill>
                <a:latin typeface="Noto Naskh Arabic"/>
                <a:cs typeface="B Titr" panose="00000700000000000000" pitchFamily="2" charset="-78"/>
              </a:rPr>
              <a:t>دانشجو</a:t>
            </a:r>
            <a:r>
              <a:rPr sz="4000" b="1" dirty="0">
                <a:solidFill>
                  <a:srgbClr val="2C1237"/>
                </a:solidFill>
                <a:latin typeface="Noto Naskh Arabic"/>
                <a:cs typeface="B Titr" panose="00000700000000000000" pitchFamily="2" charset="-78"/>
              </a:rPr>
              <a:t>: </a:t>
            </a:r>
            <a:r>
              <a:rPr sz="4000" b="1" dirty="0" err="1">
                <a:solidFill>
                  <a:srgbClr val="2C1237"/>
                </a:solidFill>
                <a:latin typeface="Noto Naskh Arabic"/>
                <a:cs typeface="B Titr" panose="00000700000000000000" pitchFamily="2" charset="-78"/>
              </a:rPr>
              <a:t>محمد</a:t>
            </a:r>
            <a:r>
              <a:rPr sz="4000" b="1" dirty="0">
                <a:solidFill>
                  <a:srgbClr val="2C1237"/>
                </a:solidFill>
                <a:latin typeface="Noto Naskh Arabic"/>
                <a:cs typeface="B Titr" panose="00000700000000000000" pitchFamily="2" charset="-78"/>
              </a:rPr>
              <a:t> </a:t>
            </a:r>
            <a:r>
              <a:rPr sz="4000" b="1" dirty="0" err="1">
                <a:solidFill>
                  <a:srgbClr val="2C1237"/>
                </a:solidFill>
                <a:latin typeface="Noto Naskh Arabic"/>
                <a:cs typeface="B Titr" panose="00000700000000000000" pitchFamily="2" charset="-78"/>
              </a:rPr>
              <a:t>امانلو</a:t>
            </a:r>
            <a:endParaRPr sz="4000" b="1" dirty="0">
              <a:solidFill>
                <a:srgbClr val="2C1237"/>
              </a:solidFill>
              <a:latin typeface="Noto Naskh Arabic"/>
              <a:cs typeface="B Titr" panose="00000700000000000000" pitchFamily="2" charset="-78"/>
            </a:endParaRPr>
          </a:p>
          <a:p>
            <a:pPr algn="ctr" rtl="1">
              <a:spcAft>
                <a:spcPts val="0"/>
              </a:spcAft>
            </a:pPr>
            <a:r>
              <a:rPr sz="4000" b="1" dirty="0" err="1">
                <a:solidFill>
                  <a:srgbClr val="2C1237"/>
                </a:solidFill>
                <a:latin typeface="Noto Naskh Arabic"/>
                <a:cs typeface="B Titr" panose="00000700000000000000" pitchFamily="2" charset="-78"/>
              </a:rPr>
              <a:t>استاد</a:t>
            </a:r>
            <a:r>
              <a:rPr sz="4000" b="1" dirty="0">
                <a:solidFill>
                  <a:srgbClr val="2C1237"/>
                </a:solidFill>
                <a:latin typeface="Noto Naskh Arabic"/>
                <a:cs typeface="B Titr" panose="00000700000000000000" pitchFamily="2" charset="-78"/>
              </a:rPr>
              <a:t> </a:t>
            </a:r>
            <a:r>
              <a:rPr sz="4000" b="1" dirty="0" err="1">
                <a:solidFill>
                  <a:srgbClr val="2C1237"/>
                </a:solidFill>
                <a:latin typeface="Noto Naskh Arabic"/>
                <a:cs typeface="B Titr" panose="00000700000000000000" pitchFamily="2" charset="-78"/>
              </a:rPr>
              <a:t>راهنما</a:t>
            </a:r>
            <a:r>
              <a:rPr sz="4000" b="1" dirty="0">
                <a:solidFill>
                  <a:srgbClr val="2C1237"/>
                </a:solidFill>
                <a:latin typeface="Noto Naskh Arabic"/>
                <a:cs typeface="B Titr" panose="00000700000000000000" pitchFamily="2" charset="-78"/>
              </a:rPr>
              <a:t>: </a:t>
            </a:r>
            <a:r>
              <a:rPr sz="4000" b="1" dirty="0" err="1">
                <a:solidFill>
                  <a:srgbClr val="2C1237"/>
                </a:solidFill>
                <a:latin typeface="Noto Naskh Arabic"/>
                <a:cs typeface="B Titr" panose="00000700000000000000" pitchFamily="2" charset="-78"/>
              </a:rPr>
              <a:t>دکتر</a:t>
            </a:r>
            <a:r>
              <a:rPr sz="4000" b="1" dirty="0">
                <a:solidFill>
                  <a:srgbClr val="2C1237"/>
                </a:solidFill>
                <a:latin typeface="Noto Naskh Arabic"/>
                <a:cs typeface="B Titr" panose="00000700000000000000" pitchFamily="2" charset="-78"/>
              </a:rPr>
              <a:t> </a:t>
            </a:r>
            <a:r>
              <a:rPr sz="4000" b="1" dirty="0" err="1">
                <a:solidFill>
                  <a:srgbClr val="2C1237"/>
                </a:solidFill>
                <a:latin typeface="Noto Naskh Arabic"/>
                <a:cs typeface="B Titr" panose="00000700000000000000" pitchFamily="2" charset="-78"/>
              </a:rPr>
              <a:t>محمدرضا</a:t>
            </a:r>
            <a:r>
              <a:rPr sz="4000" b="1" dirty="0">
                <a:solidFill>
                  <a:srgbClr val="2C1237"/>
                </a:solidFill>
                <a:latin typeface="Noto Naskh Arabic"/>
                <a:cs typeface="B Titr" panose="00000700000000000000" pitchFamily="2" charset="-78"/>
              </a:rPr>
              <a:t> </a:t>
            </a:r>
            <a:r>
              <a:rPr sz="4000" b="1" dirty="0" err="1">
                <a:solidFill>
                  <a:srgbClr val="2C1237"/>
                </a:solidFill>
                <a:latin typeface="Noto Naskh Arabic"/>
                <a:cs typeface="B Titr" panose="00000700000000000000" pitchFamily="2" charset="-78"/>
              </a:rPr>
              <a:t>ابوالقاسمی</a:t>
            </a:r>
            <a:r>
              <a:rPr sz="4000" b="1" dirty="0">
                <a:solidFill>
                  <a:srgbClr val="2C1237"/>
                </a:solidFill>
                <a:latin typeface="Noto Naskh Arabic"/>
                <a:cs typeface="B Titr" panose="00000700000000000000" pitchFamily="2" charset="-78"/>
              </a:rPr>
              <a:t> </a:t>
            </a:r>
            <a:r>
              <a:rPr sz="4000" b="1" dirty="0" err="1">
                <a:solidFill>
                  <a:srgbClr val="2C1237"/>
                </a:solidFill>
                <a:latin typeface="Noto Naskh Arabic"/>
                <a:cs typeface="B Titr" panose="00000700000000000000" pitchFamily="2" charset="-78"/>
              </a:rPr>
              <a:t>دهاقانی</a:t>
            </a:r>
            <a:endParaRPr sz="4000" b="1" dirty="0">
              <a:solidFill>
                <a:srgbClr val="2C1237"/>
              </a:solidFill>
              <a:latin typeface="Noto Naskh Arabic"/>
              <a:cs typeface="B Titr" panose="00000700000000000000" pitchFamily="2" charset="-78"/>
            </a:endParaRPr>
          </a:p>
          <a:p>
            <a:pPr algn="ctr" rtl="1">
              <a:spcAft>
                <a:spcPts val="0"/>
              </a:spcAft>
            </a:pPr>
            <a:r>
              <a:rPr sz="2400" b="1" dirty="0" err="1">
                <a:solidFill>
                  <a:srgbClr val="2C1237"/>
                </a:solidFill>
                <a:latin typeface="Noto Naskh Arabic"/>
                <a:cs typeface="B Titr" panose="00000700000000000000" pitchFamily="2" charset="-78"/>
              </a:rPr>
              <a:t>دانشکده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Titr" panose="000007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Titr" panose="00000700000000000000" pitchFamily="2" charset="-78"/>
              </a:rPr>
              <a:t>مهندسی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Titr" panose="000007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Titr" panose="00000700000000000000" pitchFamily="2" charset="-78"/>
              </a:rPr>
              <a:t>برق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Titr" panose="00000700000000000000" pitchFamily="2" charset="-78"/>
              </a:rPr>
              <a:t> و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Titr" panose="00000700000000000000" pitchFamily="2" charset="-78"/>
              </a:rPr>
              <a:t>کامپیوتر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Titr" panose="00000700000000000000" pitchFamily="2" charset="-78"/>
              </a:rPr>
              <a:t>،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Titr" panose="00000700000000000000" pitchFamily="2" charset="-78"/>
              </a:rPr>
              <a:t>دانشگاه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Titr" panose="000007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Titr" panose="00000700000000000000" pitchFamily="2" charset="-78"/>
              </a:rPr>
              <a:t>تهران</a:t>
            </a:r>
            <a:endParaRPr sz="2400" b="1" dirty="0">
              <a:solidFill>
                <a:srgbClr val="2C1237"/>
              </a:solidFill>
              <a:latin typeface="Noto Naskh Arabic"/>
              <a:cs typeface="B Titr" panose="00000700000000000000" pitchFamily="2" charset="-78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926080" y="5870448"/>
            <a:ext cx="466344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rtl="1">
              <a:spcAft>
                <a:spcPts val="0"/>
              </a:spcAft>
              <a:defRPr sz="4000" b="1">
                <a:solidFill>
                  <a:srgbClr val="2C1237"/>
                </a:solidFill>
                <a:latin typeface="Noto Kufi Arabic"/>
                <a:cs typeface="B Titr" panose="00000700000000000000" pitchFamily="2" charset="-78"/>
              </a:defRPr>
            </a:lvl1pPr>
          </a:lstStyle>
          <a:p>
            <a:r>
              <a:rPr dirty="0" err="1"/>
              <a:t>نتایج</a:t>
            </a:r>
            <a:endParaRPr dirty="0"/>
          </a:p>
        </p:txBody>
      </p:sp>
      <p:sp>
        <p:nvSpPr>
          <p:cNvPr id="58" name="TextBox 57"/>
          <p:cNvSpPr txBox="1"/>
          <p:nvPr/>
        </p:nvSpPr>
        <p:spPr>
          <a:xfrm>
            <a:off x="13606272" y="5847588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lang="fa-IR" sz="4000" b="1" dirty="0">
                <a:solidFill>
                  <a:srgbClr val="2C1237"/>
                </a:solidFill>
                <a:latin typeface="Noto Kufi Arabic"/>
                <a:cs typeface="B Titr" panose="00000700000000000000" pitchFamily="2" charset="-78"/>
              </a:rPr>
              <a:t>مقدمه</a:t>
            </a:r>
            <a:endParaRPr sz="4000" b="1" dirty="0">
              <a:solidFill>
                <a:srgbClr val="2C1237"/>
              </a:solidFill>
              <a:latin typeface="Noto Kufi Arabic"/>
              <a:cs typeface="B Titr" panose="00000700000000000000" pitchFamily="2" charset="-78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1338560" y="13304520"/>
            <a:ext cx="914400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rtl="1">
              <a:spcAft>
                <a:spcPts val="0"/>
              </a:spcAft>
              <a:defRPr sz="4000" b="1">
                <a:solidFill>
                  <a:srgbClr val="2C1237"/>
                </a:solidFill>
                <a:latin typeface="Noto Kufi Arabic"/>
                <a:cs typeface="B Titr" panose="00000700000000000000" pitchFamily="2" charset="-78"/>
              </a:defRPr>
            </a:lvl1pPr>
          </a:lstStyle>
          <a:p>
            <a:r>
              <a:rPr dirty="0" err="1"/>
              <a:t>روش</a:t>
            </a:r>
            <a:r>
              <a:rPr dirty="0"/>
              <a:t>/</a:t>
            </a:r>
            <a:r>
              <a:rPr dirty="0" err="1"/>
              <a:t>ساختار</a:t>
            </a:r>
            <a:r>
              <a:rPr dirty="0"/>
              <a:t>/</a:t>
            </a:r>
            <a:r>
              <a:rPr dirty="0" err="1"/>
              <a:t>مدل</a:t>
            </a:r>
            <a:r>
              <a:rPr dirty="0"/>
              <a:t> </a:t>
            </a:r>
            <a:r>
              <a:rPr dirty="0" err="1"/>
              <a:t>پیشنهادی</a:t>
            </a:r>
            <a:endParaRPr dirty="0"/>
          </a:p>
        </p:txBody>
      </p:sp>
      <p:sp>
        <p:nvSpPr>
          <p:cNvPr id="60" name="TextBox 59"/>
          <p:cNvSpPr txBox="1"/>
          <p:nvPr/>
        </p:nvSpPr>
        <p:spPr>
          <a:xfrm>
            <a:off x="2788920" y="19665696"/>
            <a:ext cx="530352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rtl="1">
              <a:spcAft>
                <a:spcPts val="0"/>
              </a:spcAft>
              <a:defRPr sz="4000" b="1">
                <a:solidFill>
                  <a:srgbClr val="2C1237"/>
                </a:solidFill>
                <a:latin typeface="Noto Kufi Arabic"/>
                <a:cs typeface="B Titr" panose="00000700000000000000" pitchFamily="2" charset="-78"/>
              </a:defRPr>
            </a:lvl1pPr>
          </a:lstStyle>
          <a:p>
            <a:r>
              <a:rPr dirty="0" err="1"/>
              <a:t>جمع</a:t>
            </a:r>
            <a:r>
              <a:rPr dirty="0"/>
              <a:t> </a:t>
            </a:r>
            <a:r>
              <a:rPr dirty="0" err="1"/>
              <a:t>بندی</a:t>
            </a:r>
            <a:endParaRPr dirty="0"/>
          </a:p>
        </p:txBody>
      </p:sp>
      <p:sp>
        <p:nvSpPr>
          <p:cNvPr id="61" name="TextBox 60"/>
          <p:cNvSpPr txBox="1"/>
          <p:nvPr/>
        </p:nvSpPr>
        <p:spPr>
          <a:xfrm>
            <a:off x="3355847" y="26042747"/>
            <a:ext cx="448056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rtl="1">
              <a:spcAft>
                <a:spcPts val="0"/>
              </a:spcAft>
              <a:defRPr sz="4000" b="1">
                <a:solidFill>
                  <a:srgbClr val="2C1237"/>
                </a:solidFill>
                <a:latin typeface="Noto Kufi Arabic"/>
                <a:cs typeface="B Titr" panose="00000700000000000000" pitchFamily="2" charset="-78"/>
              </a:defRPr>
            </a:lvl1pPr>
          </a:lstStyle>
          <a:p>
            <a:r>
              <a:rPr dirty="0" err="1"/>
              <a:t>مراجع</a:t>
            </a:r>
            <a:r>
              <a:rPr dirty="0"/>
              <a:t> </a:t>
            </a:r>
            <a:r>
              <a:rPr dirty="0" err="1"/>
              <a:t>اصلی</a:t>
            </a:r>
            <a:endParaRPr dirty="0"/>
          </a:p>
        </p:txBody>
      </p:sp>
      <p:sp>
        <p:nvSpPr>
          <p:cNvPr id="62" name="Rounded Rectangle 61"/>
          <p:cNvSpPr/>
          <p:nvPr/>
        </p:nvSpPr>
        <p:spPr>
          <a:xfrm>
            <a:off x="11292840" y="6720840"/>
            <a:ext cx="9235440" cy="868680"/>
          </a:xfrm>
          <a:prstGeom prst="roundRect">
            <a:avLst/>
          </a:prstGeom>
          <a:solidFill>
            <a:srgbClr val="F4E9FA"/>
          </a:solidFill>
          <a:ln w="13970">
            <a:solidFill>
              <a:srgbClr val="E6D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cs typeface="B Nazanin" panose="00000400000000000000" pitchFamily="2" charset="-78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1475720" y="6775704"/>
            <a:ext cx="8869680" cy="6858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آیا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آگاه‌کردن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مدل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زبانی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از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سوگیری‌های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شناختی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،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قضاوت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آن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را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دقیق‌تر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می‌کند</a:t>
            </a:r>
            <a:endParaRPr sz="2400" b="1" dirty="0">
              <a:solidFill>
                <a:srgbClr val="2C1237"/>
              </a:solidFill>
              <a:latin typeface="Noto Naskh Arabic"/>
              <a:cs typeface="B Nazanin" panose="00000400000000000000" pitchFamily="2" charset="-78"/>
            </a:endParaRPr>
          </a:p>
          <a:p>
            <a:pPr algn="ctr" rtl="1">
              <a:spcAft>
                <a:spcPts val="0"/>
              </a:spcAft>
            </a:pP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یا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فقط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جهت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تصمیم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را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تغییر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می‌دهد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؟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92840" y="7818120"/>
            <a:ext cx="9235440" cy="2852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just" rtl="1">
              <a:spcAft>
                <a:spcPts val="100"/>
              </a:spcAft>
            </a:pPr>
            <a:r>
              <a:rPr lang="en-US"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•</a:t>
            </a:r>
            <a:r>
              <a:rPr lang="fa-IR"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نوع پژوهش: یک مطالعه تجربی و کاربردی برای بررسی حقیقت سنجی ادعاهای جدید، بدون استفاده از بازیابی شواهد بیرونی.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endParaRPr lang="fa-IR" sz="2400" b="0" dirty="0">
              <a:solidFill>
                <a:srgbClr val="2C1237"/>
              </a:solidFill>
              <a:latin typeface="Noto Naskh Arabic"/>
              <a:cs typeface="B Nazanin" panose="00000400000000000000" pitchFamily="2" charset="-78"/>
            </a:endParaRPr>
          </a:p>
          <a:p>
            <a:pPr algn="just" rtl="1">
              <a:spcAft>
                <a:spcPts val="100"/>
              </a:spcAft>
            </a:pPr>
            <a:r>
              <a:rPr lang="en-US"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•</a:t>
            </a:r>
            <a:r>
              <a:rPr lang="fa-IR"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محور اول: بررسی تعمیم زمانی مدل ها با مقایسه عملکرد روی ادعاهای</a:t>
            </a:r>
            <a:r>
              <a:rPr lang="en-US" sz="2400" b="0" dirty="0">
                <a:solidFill>
                  <a:srgbClr val="2C12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seen</a:t>
            </a:r>
            <a:r>
              <a:rPr lang="en-US"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lang="fa-IR"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و </a:t>
            </a:r>
            <a:r>
              <a:rPr lang="en-US" sz="2400" b="0" dirty="0">
                <a:solidFill>
                  <a:srgbClr val="2C12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unseen</a:t>
            </a:r>
            <a:r>
              <a:rPr lang="fa-IR" sz="2400" b="0" dirty="0">
                <a:solidFill>
                  <a:srgbClr val="2C12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a-IR"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بر اساس مرز زمانی هر اجرا.</a:t>
            </a:r>
          </a:p>
          <a:p>
            <a:pPr algn="just" rtl="1">
              <a:spcAft>
                <a:spcPts val="100"/>
              </a:spcAft>
            </a:pP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lang="en-US" sz="240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•</a:t>
            </a:r>
            <a:r>
              <a:rPr lang="fa-IR"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محور دوم: سنجش تاثیر افزودن نشانه های سوگیری شناختی به پرامپت و بررسی این که آیا این اطلاعات باعث بهبود حقیقت سنجی می شوند یا رفتار تصمیم گیری مدل را تغییر می دهند.</a:t>
            </a:r>
            <a:endParaRPr lang="en-US" sz="2400" dirty="0">
              <a:solidFill>
                <a:srgbClr val="2C1237"/>
              </a:solidFill>
              <a:latin typeface="Noto Naskh Arabic"/>
              <a:cs typeface="B Nazanin" panose="00000400000000000000" pitchFamily="2" charset="-78"/>
            </a:endParaRPr>
          </a:p>
          <a:p>
            <a:pPr algn="just" rtl="1">
              <a:spcAft>
                <a:spcPts val="100"/>
              </a:spcAft>
            </a:pPr>
            <a:r>
              <a:rPr lang="fa-IR"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• هدف نهایی: بررسی همزمان دقت، پایداری زمانی و نحوه تغییر تصمیم مدل پس از مداخله شناختی.</a:t>
            </a:r>
            <a:endParaRPr sz="2400" b="0" dirty="0">
              <a:solidFill>
                <a:srgbClr val="2C1237"/>
              </a:solidFill>
              <a:latin typeface="Noto Naskh Arabic"/>
              <a:cs typeface="B Nazanin" panose="00000400000000000000" pitchFamily="2" charset="-78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11292840" y="10808208"/>
            <a:ext cx="9235440" cy="1325880"/>
          </a:xfrm>
          <a:prstGeom prst="roundRect">
            <a:avLst/>
          </a:prstGeom>
          <a:solidFill>
            <a:srgbClr val="FCE7F5"/>
          </a:solidFill>
          <a:ln w="13970">
            <a:solidFill>
              <a:srgbClr val="E1B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cs typeface="B Nazanin" panose="00000400000000000000" pitchFamily="2" charset="-78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1521440" y="10890504"/>
            <a:ext cx="87782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2400" b="1" dirty="0" err="1">
                <a:solidFill>
                  <a:srgbClr val="642270"/>
                </a:solidFill>
                <a:latin typeface="Noto Kufi Arabic"/>
                <a:cs typeface="B Nazanin" panose="00000400000000000000" pitchFamily="2" charset="-78"/>
              </a:rPr>
              <a:t>یافته</a:t>
            </a:r>
            <a:r>
              <a:rPr sz="2400" b="1" dirty="0">
                <a:solidFill>
                  <a:srgbClr val="642270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642270"/>
                </a:solidFill>
                <a:latin typeface="Noto Kufi Arabic"/>
                <a:cs typeface="B Nazanin" panose="00000400000000000000" pitchFamily="2" charset="-78"/>
              </a:rPr>
              <a:t>محوری</a:t>
            </a:r>
            <a:endParaRPr sz="2400" b="1" dirty="0">
              <a:solidFill>
                <a:srgbClr val="642270"/>
              </a:solidFill>
              <a:latin typeface="Noto Kufi Arabic"/>
              <a:cs typeface="B Nazanin" panose="00000400000000000000" pitchFamily="2" charset="-78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1475720" y="11274552"/>
            <a:ext cx="8869680" cy="704088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مداخله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آگاه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از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سوگیری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،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در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نتایج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تجمیعی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پذیرش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ادعاها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را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افزایش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داد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،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اما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دقت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کلی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را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بهبود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نداد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1292840" y="14218920"/>
            <a:ext cx="9235440" cy="640080"/>
          </a:xfrm>
          <a:prstGeom prst="roundRect">
            <a:avLst/>
          </a:prstGeom>
          <a:solidFill>
            <a:srgbClr val="E8F7FF"/>
          </a:solidFill>
          <a:ln w="13970">
            <a:solidFill>
              <a:srgbClr val="BE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cs typeface="B Nazanin" panose="00000400000000000000" pitchFamily="2" charset="-78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1430000" y="14282928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چارچوب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دو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فازی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استخراج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نشانه‌های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سوگیری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و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ارزیابی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اثر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آن‌ها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بر</a:t>
            </a:r>
            <a:r>
              <a:rPr sz="24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حقیقت‌سنجی</a:t>
            </a:r>
            <a:endParaRPr sz="2400" b="1" dirty="0">
              <a:solidFill>
                <a:srgbClr val="2C1237"/>
              </a:solidFill>
              <a:latin typeface="Noto Naskh Arabic"/>
              <a:cs typeface="B Nazanin" panose="00000400000000000000" pitchFamily="2" charset="-78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11223810" y="15192755"/>
            <a:ext cx="1489400" cy="1367789"/>
          </a:xfrm>
          <a:prstGeom prst="roundRect">
            <a:avLst/>
          </a:prstGeom>
          <a:solidFill>
            <a:srgbClr val="E8F7FF"/>
          </a:solidFill>
          <a:ln w="13970">
            <a:solidFill>
              <a:srgbClr val="8B3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cs typeface="B Nazanin" panose="00000400000000000000" pitchFamily="2" charset="-78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1338560" y="15206472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Kufi Arabic"/>
                <a:cs typeface="B Nazanin" panose="00000400000000000000" pitchFamily="2" charset="-78"/>
              </a:rPr>
              <a:t>۱</a:t>
            </a:r>
          </a:p>
        </p:txBody>
      </p:sp>
      <p:sp>
        <p:nvSpPr>
          <p:cNvPr id="72" name="Oval 71"/>
          <p:cNvSpPr/>
          <p:nvPr/>
        </p:nvSpPr>
        <p:spPr>
          <a:xfrm>
            <a:off x="11347704" y="15238476"/>
            <a:ext cx="256032" cy="256032"/>
          </a:xfrm>
          <a:prstGeom prst="ellipse">
            <a:avLst/>
          </a:prstGeom>
          <a:solidFill>
            <a:srgbClr val="642270"/>
          </a:solidFill>
          <a:ln>
            <a:solidFill>
              <a:srgbClr val="642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cs typeface="B Nazanin" panose="00000400000000000000" pitchFamily="2" charset="-78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1356053" y="15249905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Noto Kufi Arabic"/>
                <a:cs typeface="B Nazanin" panose="00000400000000000000" pitchFamily="2" charset="-78"/>
              </a:rPr>
              <a:t>۱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222120" y="15480791"/>
            <a:ext cx="1494168" cy="108889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rtl="1">
              <a:spcAft>
                <a:spcPts val="0"/>
              </a:spcAft>
            </a:pPr>
            <a:r>
              <a:rPr lang="fa-IR" sz="20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تنظیم دقیق بر اساس </a:t>
            </a:r>
            <a:r>
              <a:rPr lang="en-US" sz="18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MindScope</a:t>
            </a:r>
            <a:endParaRPr lang="en-US" sz="2000" b="1" dirty="0">
              <a:solidFill>
                <a:srgbClr val="2C1237"/>
              </a:solidFill>
              <a:latin typeface="Noto Naskh Arabic"/>
              <a:cs typeface="B Nazanin" panose="00000400000000000000" pitchFamily="2" charset="-78"/>
            </a:endParaRPr>
          </a:p>
          <a:p>
            <a:pPr algn="ctr" rtl="1">
              <a:spcAft>
                <a:spcPts val="0"/>
              </a:spcAft>
            </a:pPr>
            <a:endParaRPr sz="2000" b="1" dirty="0">
              <a:solidFill>
                <a:srgbClr val="2C1237"/>
              </a:solidFill>
              <a:latin typeface="Noto Naskh Arabic"/>
              <a:cs typeface="B Nazanin" panose="00000400000000000000" pitchFamily="2" charset="-78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12791661" y="15183612"/>
            <a:ext cx="1465129" cy="1367789"/>
          </a:xfrm>
          <a:prstGeom prst="roundRect">
            <a:avLst/>
          </a:prstGeom>
          <a:solidFill>
            <a:srgbClr val="F4E9FA"/>
          </a:solidFill>
          <a:ln w="13970">
            <a:solidFill>
              <a:srgbClr val="8B3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cs typeface="B Nazanin" panose="00000400000000000000" pitchFamily="2" charset="-78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2829032" y="15206472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Kufi Arabic"/>
                <a:cs typeface="B Nazanin" panose="00000400000000000000" pitchFamily="2" charset="-78"/>
              </a:rPr>
              <a:t>۲</a:t>
            </a:r>
          </a:p>
        </p:txBody>
      </p:sp>
      <p:sp>
        <p:nvSpPr>
          <p:cNvPr id="78" name="Oval 77"/>
          <p:cNvSpPr/>
          <p:nvPr/>
        </p:nvSpPr>
        <p:spPr>
          <a:xfrm>
            <a:off x="12856464" y="15238476"/>
            <a:ext cx="256032" cy="256032"/>
          </a:xfrm>
          <a:prstGeom prst="ellipse">
            <a:avLst/>
          </a:prstGeom>
          <a:solidFill>
            <a:srgbClr val="642270"/>
          </a:solidFill>
          <a:ln>
            <a:solidFill>
              <a:srgbClr val="642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cs typeface="B Nazanin" panose="00000400000000000000" pitchFamily="2" charset="-78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2856464" y="1525219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Noto Kufi Arabic"/>
                <a:cs typeface="B Nazanin" panose="00000400000000000000" pitchFamily="2" charset="-78"/>
              </a:rPr>
              <a:t>۲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779002" y="15480792"/>
            <a:ext cx="1479478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20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ادعا</a:t>
            </a:r>
            <a:r>
              <a:rPr sz="20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+</a:t>
            </a:r>
          </a:p>
          <a:p>
            <a:pPr algn="ctr" rtl="1">
              <a:spcAft>
                <a:spcPts val="0"/>
              </a:spcAft>
            </a:pPr>
            <a:r>
              <a:rPr sz="20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تاریخ</a:t>
            </a:r>
            <a:r>
              <a:rPr sz="20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انتشار</a:t>
            </a:r>
            <a:endParaRPr sz="2000" b="1" dirty="0">
              <a:solidFill>
                <a:srgbClr val="2C1237"/>
              </a:solidFill>
              <a:latin typeface="Noto Naskh Arabic"/>
              <a:cs typeface="B Nazanin" panose="00000400000000000000" pitchFamily="2" charset="-78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14336931" y="15183612"/>
            <a:ext cx="1502307" cy="1353310"/>
          </a:xfrm>
          <a:prstGeom prst="roundRect">
            <a:avLst/>
          </a:prstGeom>
          <a:solidFill>
            <a:srgbClr val="FCE7F5"/>
          </a:solidFill>
          <a:ln w="13970">
            <a:solidFill>
              <a:srgbClr val="8B3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cs typeface="B Nazanin" panose="00000400000000000000" pitchFamily="2" charset="-78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4319504" y="15206472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Kufi Arabic"/>
                <a:cs typeface="B Nazanin" panose="00000400000000000000" pitchFamily="2" charset="-78"/>
              </a:rPr>
              <a:t>۳</a:t>
            </a:r>
          </a:p>
        </p:txBody>
      </p:sp>
      <p:sp>
        <p:nvSpPr>
          <p:cNvPr id="84" name="Oval 83"/>
          <p:cNvSpPr/>
          <p:nvPr/>
        </p:nvSpPr>
        <p:spPr>
          <a:xfrm>
            <a:off x="14425484" y="15227046"/>
            <a:ext cx="256032" cy="256032"/>
          </a:xfrm>
          <a:prstGeom prst="ellipse">
            <a:avLst/>
          </a:prstGeom>
          <a:solidFill>
            <a:srgbClr val="642270"/>
          </a:solidFill>
          <a:ln>
            <a:solidFill>
              <a:srgbClr val="642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cs typeface="B Nazanin" panose="00000400000000000000" pitchFamily="2" charset="-78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4420088" y="1523238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Noto Kufi Arabic"/>
                <a:cs typeface="B Nazanin" panose="00000400000000000000" pitchFamily="2" charset="-78"/>
              </a:rPr>
              <a:t>۳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4343338" y="15480792"/>
            <a:ext cx="1489318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20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نشانه</a:t>
            </a:r>
            <a:r>
              <a:rPr lang="fa-IR" sz="20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سوگیری</a:t>
            </a:r>
            <a:endParaRPr sz="2000" b="1" dirty="0">
              <a:solidFill>
                <a:srgbClr val="2C1237"/>
              </a:solidFill>
              <a:latin typeface="Noto Naskh Arabic"/>
              <a:cs typeface="B Nazanin" panose="00000400000000000000" pitchFamily="2" charset="-78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15924096" y="15163038"/>
            <a:ext cx="1502306" cy="1353311"/>
          </a:xfrm>
          <a:prstGeom prst="roundRect">
            <a:avLst/>
          </a:prstGeom>
          <a:solidFill>
            <a:srgbClr val="EBF1FF"/>
          </a:solidFill>
          <a:ln w="13970">
            <a:solidFill>
              <a:srgbClr val="8B3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cs typeface="B Nazanin" panose="00000400000000000000" pitchFamily="2" charset="-78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5809976" y="15206472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Kufi Arabic"/>
                <a:cs typeface="B Nazanin" panose="00000400000000000000" pitchFamily="2" charset="-78"/>
              </a:rPr>
              <a:t>۴</a:t>
            </a:r>
          </a:p>
        </p:txBody>
      </p:sp>
      <p:sp>
        <p:nvSpPr>
          <p:cNvPr id="90" name="Oval 89"/>
          <p:cNvSpPr/>
          <p:nvPr/>
        </p:nvSpPr>
        <p:spPr>
          <a:xfrm>
            <a:off x="15982417" y="15222474"/>
            <a:ext cx="256032" cy="256032"/>
          </a:xfrm>
          <a:prstGeom prst="ellipse">
            <a:avLst/>
          </a:prstGeom>
          <a:solidFill>
            <a:srgbClr val="642270"/>
          </a:solidFill>
          <a:ln>
            <a:solidFill>
              <a:srgbClr val="642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cs typeface="B Nazanin" panose="00000400000000000000" pitchFamily="2" charset="-78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5988876" y="1522476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Noto Kufi Arabic"/>
                <a:cs typeface="B Nazanin" panose="00000400000000000000" pitchFamily="2" charset="-78"/>
              </a:rPr>
              <a:t>۴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909406" y="15494509"/>
            <a:ext cx="1511257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20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سه</a:t>
            </a:r>
            <a:r>
              <a:rPr sz="20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راهبرد</a:t>
            </a:r>
            <a:endParaRPr sz="2000" b="1" dirty="0">
              <a:solidFill>
                <a:srgbClr val="2C1237"/>
              </a:solidFill>
              <a:latin typeface="Noto Naskh Arabic"/>
              <a:cs typeface="B Nazanin" panose="00000400000000000000" pitchFamily="2" charset="-78"/>
            </a:endParaRPr>
          </a:p>
          <a:p>
            <a:pPr algn="ctr" rtl="1">
              <a:spcAft>
                <a:spcPts val="0"/>
              </a:spcAft>
            </a:pPr>
            <a:r>
              <a:rPr sz="20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پرامپتی</a:t>
            </a:r>
            <a:endParaRPr sz="2000" b="1" dirty="0">
              <a:solidFill>
                <a:srgbClr val="2C1237"/>
              </a:solidFill>
              <a:latin typeface="Noto Naskh Arabic"/>
              <a:cs typeface="B Nazanin" panose="00000400000000000000" pitchFamily="2" charset="-78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17512104" y="15156181"/>
            <a:ext cx="1509571" cy="1344166"/>
          </a:xfrm>
          <a:prstGeom prst="roundRect">
            <a:avLst/>
          </a:prstGeom>
          <a:solidFill>
            <a:srgbClr val="E7F8E8"/>
          </a:solidFill>
          <a:ln w="13970">
            <a:solidFill>
              <a:srgbClr val="8B3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cs typeface="B Nazanin" panose="00000400000000000000" pitchFamily="2" charset="-78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7300448" y="15206472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Kufi Arabic"/>
                <a:cs typeface="B Nazanin" panose="00000400000000000000" pitchFamily="2" charset="-78"/>
              </a:rPr>
              <a:t>۵</a:t>
            </a:r>
          </a:p>
        </p:txBody>
      </p:sp>
      <p:sp>
        <p:nvSpPr>
          <p:cNvPr id="96" name="Oval 95"/>
          <p:cNvSpPr/>
          <p:nvPr/>
        </p:nvSpPr>
        <p:spPr>
          <a:xfrm>
            <a:off x="17565624" y="15229332"/>
            <a:ext cx="256032" cy="256032"/>
          </a:xfrm>
          <a:prstGeom prst="ellipse">
            <a:avLst/>
          </a:prstGeom>
          <a:solidFill>
            <a:srgbClr val="642270"/>
          </a:solidFill>
          <a:ln>
            <a:solidFill>
              <a:srgbClr val="642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cs typeface="B Nazanin" panose="00000400000000000000" pitchFamily="2" charset="-78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17566255" y="1522704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Noto Kufi Arabic"/>
                <a:cs typeface="B Nazanin" panose="00000400000000000000" pitchFamily="2" charset="-78"/>
              </a:rPr>
              <a:t>۵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7529048" y="15480792"/>
            <a:ext cx="1481328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20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حکم</a:t>
            </a:r>
            <a:endParaRPr sz="2000" b="1" dirty="0">
              <a:solidFill>
                <a:srgbClr val="2C1237"/>
              </a:solidFill>
              <a:latin typeface="Noto Naskh Arabic"/>
              <a:cs typeface="B Nazanin" panose="00000400000000000000" pitchFamily="2" charset="-78"/>
            </a:endParaRPr>
          </a:p>
          <a:p>
            <a:pPr algn="ctr" rtl="1">
              <a:spcAft>
                <a:spcPts val="0"/>
              </a:spcAft>
            </a:pPr>
            <a:r>
              <a:rPr sz="20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حقیقت‌سنجی</a:t>
            </a:r>
            <a:endParaRPr sz="2000" b="1" dirty="0">
              <a:solidFill>
                <a:srgbClr val="2C1237"/>
              </a:solidFill>
              <a:latin typeface="Noto Naskh Arabic"/>
              <a:cs typeface="B Nazanin" panose="00000400000000000000" pitchFamily="2" charset="-78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19101816" y="15133319"/>
            <a:ext cx="1506699" cy="1344167"/>
          </a:xfrm>
          <a:prstGeom prst="roundRect">
            <a:avLst/>
          </a:prstGeom>
          <a:solidFill>
            <a:srgbClr val="FFF5D6"/>
          </a:solidFill>
          <a:ln w="13970">
            <a:solidFill>
              <a:srgbClr val="8B3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cs typeface="B Nazanin" panose="00000400000000000000" pitchFamily="2" charset="-78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18790920" y="15206472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Kufi Arabic"/>
                <a:cs typeface="B Nazanin" panose="00000400000000000000" pitchFamily="2" charset="-78"/>
              </a:rPr>
              <a:t>۶</a:t>
            </a:r>
          </a:p>
        </p:txBody>
      </p:sp>
      <p:sp>
        <p:nvSpPr>
          <p:cNvPr id="102" name="Oval 101"/>
          <p:cNvSpPr/>
          <p:nvPr/>
        </p:nvSpPr>
        <p:spPr>
          <a:xfrm>
            <a:off x="19181957" y="15227046"/>
            <a:ext cx="256032" cy="256032"/>
          </a:xfrm>
          <a:prstGeom prst="ellipse">
            <a:avLst/>
          </a:prstGeom>
          <a:solidFill>
            <a:srgbClr val="642270"/>
          </a:solidFill>
          <a:ln>
            <a:solidFill>
              <a:srgbClr val="642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cs typeface="B Nazanin" panose="00000400000000000000" pitchFamily="2" charset="-78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9180267" y="15220189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Noto Kufi Arabic"/>
                <a:cs typeface="B Nazanin" panose="00000400000000000000" pitchFamily="2" charset="-78"/>
              </a:rPr>
              <a:t>۶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9262098" y="15439644"/>
            <a:ext cx="11430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20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ارزیابی</a:t>
            </a:r>
            <a:endParaRPr sz="2000" b="1" dirty="0">
              <a:solidFill>
                <a:srgbClr val="2C1237"/>
              </a:solidFill>
              <a:latin typeface="Noto Naskh Arabic"/>
              <a:cs typeface="B Nazanin" panose="00000400000000000000" pitchFamily="2" charset="-78"/>
            </a:endParaRPr>
          </a:p>
          <a:p>
            <a:pPr algn="ctr" rtl="1">
              <a:spcAft>
                <a:spcPts val="0"/>
              </a:spcAft>
            </a:pPr>
            <a:r>
              <a:rPr sz="20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زمانی</a:t>
            </a:r>
            <a:r>
              <a:rPr sz="2000" b="1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/</a:t>
            </a:r>
            <a:r>
              <a:rPr sz="2000" b="1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زوجی</a:t>
            </a:r>
            <a:endParaRPr sz="2000" b="1" dirty="0">
              <a:solidFill>
                <a:srgbClr val="2C1237"/>
              </a:solidFill>
              <a:latin typeface="Noto Naskh Arabic"/>
              <a:cs typeface="B Nazanin" panose="00000400000000000000" pitchFamily="2" charset="-78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20116800" y="16596359"/>
            <a:ext cx="411480" cy="411480"/>
          </a:xfrm>
          <a:prstGeom prst="roundRect">
            <a:avLst/>
          </a:prstGeom>
          <a:solidFill>
            <a:srgbClr val="0091D2"/>
          </a:solidFill>
          <a:ln w="13970">
            <a:solidFill>
              <a:srgbClr val="009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cs typeface="B Nazanin" panose="00000400000000000000" pitchFamily="2" charset="-78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20116800" y="16614647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Kufi Arabic"/>
                <a:cs typeface="B Nazanin" panose="00000400000000000000" pitchFamily="2" charset="-78"/>
              </a:rPr>
              <a:t>۱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696945" y="16623792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28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فاز</a:t>
            </a:r>
            <a:r>
              <a:rPr sz="28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8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نخست</a:t>
            </a:r>
            <a:r>
              <a:rPr lang="fa-IR" sz="28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: </a:t>
            </a:r>
            <a:r>
              <a:rPr sz="28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استخراج</a:t>
            </a:r>
            <a:r>
              <a:rPr sz="28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8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نشانه‌های</a:t>
            </a:r>
            <a:r>
              <a:rPr sz="28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8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شناختی</a:t>
            </a:r>
            <a:endParaRPr sz="2800" b="1" dirty="0">
              <a:solidFill>
                <a:srgbClr val="2C1237"/>
              </a:solidFill>
              <a:latin typeface="Noto Kufi Arabic"/>
              <a:cs typeface="B Nazanin" panose="00000400000000000000" pitchFamily="2" charset="-78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11292840" y="17053561"/>
            <a:ext cx="9144000" cy="41117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just" rtl="1"/>
            <a:r>
              <a:rPr lang="en-US" sz="2400" dirty="0" err="1">
                <a:cs typeface="B Nazanin" panose="00000400000000000000" pitchFamily="2" charset="-78"/>
              </a:rPr>
              <a:t>برای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تولید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سیگنال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های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شناختی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موردنیاز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در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مرحله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حقیقت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سنجی</a:t>
            </a:r>
            <a:r>
              <a:rPr lang="en-US" sz="2400" dirty="0">
                <a:cs typeface="B Nazanin" panose="00000400000000000000" pitchFamily="2" charset="-78"/>
              </a:rPr>
              <a:t>، </a:t>
            </a:r>
            <a:r>
              <a:rPr lang="en-US" sz="2400" dirty="0" err="1">
                <a:cs typeface="B Nazanin" panose="00000400000000000000" pitchFamily="2" charset="-78"/>
              </a:rPr>
              <a:t>یک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آشکارساز</a:t>
            </a:r>
            <a:r>
              <a:rPr lang="en-US" sz="2400" dirty="0">
                <a:cs typeface="B Nazanin" panose="00000400000000000000" pitchFamily="2" charset="-78"/>
              </a:rPr>
              <a:t> ۷۲ </a:t>
            </a:r>
            <a:r>
              <a:rPr lang="en-US" sz="2400" dirty="0" err="1">
                <a:cs typeface="B Nazanin" panose="00000400000000000000" pitchFamily="2" charset="-78"/>
              </a:rPr>
              <a:t>کلاسه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سوگیری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شناختی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بر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پایه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DeBERTa-v3-base</a:t>
            </a:r>
            <a:r>
              <a:rPr lang="fa-I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با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استفاده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از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داده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های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MindScope</a:t>
            </a:r>
            <a:r>
              <a:rPr lang="fa-I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تنظیم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دقیق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شد</a:t>
            </a:r>
            <a:r>
              <a:rPr lang="en-US" sz="2400" dirty="0">
                <a:cs typeface="B Nazanin" panose="00000400000000000000" pitchFamily="2" charset="-78"/>
              </a:rPr>
              <a:t>. </a:t>
            </a:r>
            <a:r>
              <a:rPr lang="en-US" sz="2400" dirty="0" err="1">
                <a:cs typeface="B Nazanin" panose="00000400000000000000" pitchFamily="2" charset="-78"/>
              </a:rPr>
              <a:t>داده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ها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به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صورت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لایه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به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مجموعه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های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آموزش</a:t>
            </a:r>
            <a:r>
              <a:rPr lang="en-US" sz="2400" dirty="0">
                <a:cs typeface="B Nazanin" panose="00000400000000000000" pitchFamily="2" charset="-78"/>
              </a:rPr>
              <a:t>، </a:t>
            </a:r>
            <a:r>
              <a:rPr lang="en-US" sz="2400" dirty="0" err="1">
                <a:cs typeface="B Nazanin" panose="00000400000000000000" pitchFamily="2" charset="-78"/>
              </a:rPr>
              <a:t>اعتبارسنجی</a:t>
            </a:r>
            <a:r>
              <a:rPr lang="en-US" sz="2400" dirty="0">
                <a:cs typeface="B Nazanin" panose="00000400000000000000" pitchFamily="2" charset="-78"/>
              </a:rPr>
              <a:t> و </a:t>
            </a:r>
            <a:r>
              <a:rPr lang="en-US" sz="2400" dirty="0" err="1">
                <a:cs typeface="B Nazanin" panose="00000400000000000000" pitchFamily="2" charset="-78"/>
              </a:rPr>
              <a:t>آزمون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تقسیم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شدند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تا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توزیع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کلاس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ها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در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هر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سه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بخش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حفظ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شود</a:t>
            </a:r>
            <a:r>
              <a:rPr lang="en-US" sz="2400" dirty="0">
                <a:cs typeface="B Nazanin" panose="00000400000000000000" pitchFamily="2" charset="-78"/>
              </a:rPr>
              <a:t>.</a:t>
            </a:r>
          </a:p>
          <a:p>
            <a:pPr algn="just" rtl="1"/>
            <a:r>
              <a:rPr lang="en-US" sz="2400" dirty="0" err="1">
                <a:cs typeface="B Nazanin" panose="00000400000000000000" pitchFamily="2" charset="-78"/>
              </a:rPr>
              <a:t>مدل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در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آزمون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درون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دامنه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آشکارساز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به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دقت</a:t>
            </a:r>
            <a:r>
              <a:rPr lang="en-US" sz="2400" dirty="0">
                <a:cs typeface="B Nazanin" panose="00000400000000000000" pitchFamily="2" charset="-78"/>
              </a:rPr>
              <a:t> ۹۸٫۲۰٪ و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Macro-F1</a:t>
            </a:r>
            <a:r>
              <a:rPr lang="fa-I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برابر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با</a:t>
            </a:r>
            <a:r>
              <a:rPr lang="en-US" sz="2400" dirty="0">
                <a:cs typeface="B Nazanin" panose="00000400000000000000" pitchFamily="2" charset="-78"/>
              </a:rPr>
              <a:t> ۹۸٫۱۵٪ </a:t>
            </a:r>
            <a:r>
              <a:rPr lang="en-US" sz="2400" dirty="0" err="1">
                <a:cs typeface="B Nazanin" panose="00000400000000000000" pitchFamily="2" charset="-78"/>
              </a:rPr>
              <a:t>دست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یافت</a:t>
            </a:r>
            <a:r>
              <a:rPr lang="en-US" sz="2400" dirty="0">
                <a:cs typeface="B Nazanin" panose="00000400000000000000" pitchFamily="2" charset="-78"/>
              </a:rPr>
              <a:t>. </a:t>
            </a:r>
            <a:r>
              <a:rPr lang="en-US" sz="2400" dirty="0" err="1">
                <a:cs typeface="B Nazanin" panose="00000400000000000000" pitchFamily="2" charset="-78"/>
              </a:rPr>
              <a:t>پس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از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آموزش</a:t>
            </a:r>
            <a:r>
              <a:rPr lang="en-US" sz="2400" dirty="0">
                <a:cs typeface="B Nazanin" panose="00000400000000000000" pitchFamily="2" charset="-78"/>
              </a:rPr>
              <a:t>، </a:t>
            </a:r>
            <a:r>
              <a:rPr lang="en-US" sz="2400" dirty="0" err="1">
                <a:cs typeface="B Nazanin" panose="00000400000000000000" pitchFamily="2" charset="-78"/>
              </a:rPr>
              <a:t>آشکارساز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روی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ادعاهای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پنج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پیکره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حقیقت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سنجی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اجرا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شد</a:t>
            </a:r>
            <a:r>
              <a:rPr lang="en-US" sz="2400" dirty="0">
                <a:cs typeface="B Nazanin" panose="00000400000000000000" pitchFamily="2" charset="-78"/>
              </a:rPr>
              <a:t> و </a:t>
            </a:r>
            <a:r>
              <a:rPr lang="en-US" sz="2400" dirty="0" err="1">
                <a:cs typeface="B Nazanin" panose="00000400000000000000" pitchFamily="2" charset="-78"/>
              </a:rPr>
              <a:t>برای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هر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ادعا</a:t>
            </a:r>
            <a:r>
              <a:rPr lang="en-US" sz="2400" dirty="0">
                <a:cs typeface="B Nazanin" panose="00000400000000000000" pitchFamily="2" charset="-78"/>
              </a:rPr>
              <a:t>، </a:t>
            </a:r>
            <a:r>
              <a:rPr lang="en-US" sz="2400" dirty="0" err="1">
                <a:cs typeface="B Nazanin" panose="00000400000000000000" pitchFamily="2" charset="-78"/>
              </a:rPr>
              <a:t>نوع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سوگیری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های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شناسایی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شده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به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همراه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نمره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اطمینان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آن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ها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تولید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شد</a:t>
            </a:r>
            <a:r>
              <a:rPr lang="en-US" sz="2400" dirty="0">
                <a:cs typeface="B Nazanin" panose="00000400000000000000" pitchFamily="2" charset="-78"/>
              </a:rPr>
              <a:t>.</a:t>
            </a:r>
          </a:p>
          <a:p>
            <a:pPr algn="just" rtl="1"/>
            <a:r>
              <a:rPr lang="en-US" sz="2400" dirty="0" err="1">
                <a:cs typeface="B Nazanin" panose="00000400000000000000" pitchFamily="2" charset="-78"/>
              </a:rPr>
              <a:t>در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مرحله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استخراج</a:t>
            </a:r>
            <a:r>
              <a:rPr lang="en-US" sz="2400" dirty="0">
                <a:cs typeface="B Nazanin" panose="00000400000000000000" pitchFamily="2" charset="-78"/>
              </a:rPr>
              <a:t>، </a:t>
            </a:r>
            <a:r>
              <a:rPr lang="en-US" sz="2400" dirty="0" err="1">
                <a:cs typeface="B Nazanin" panose="00000400000000000000" pitchFamily="2" charset="-78"/>
              </a:rPr>
              <a:t>تمام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سوگیری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هایی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که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نمره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اطمینان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آن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ها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بیش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از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fa-IR" sz="2400" dirty="0">
                <a:cs typeface="B Nazanin" panose="00000400000000000000" pitchFamily="2" charset="-78"/>
              </a:rPr>
              <a:t>30% </a:t>
            </a:r>
            <a:r>
              <a:rPr lang="en-US" sz="2400" dirty="0" err="1">
                <a:cs typeface="B Nazanin" panose="00000400000000000000" pitchFamily="2" charset="-78"/>
              </a:rPr>
              <a:t>بود</a:t>
            </a:r>
            <a:r>
              <a:rPr lang="en-US" sz="2400" dirty="0">
                <a:cs typeface="B Nazanin" panose="00000400000000000000" pitchFamily="2" charset="-78"/>
              </a:rPr>
              <a:t>، </a:t>
            </a:r>
            <a:r>
              <a:rPr lang="en-US" sz="2400" dirty="0" err="1">
                <a:cs typeface="B Nazanin" panose="00000400000000000000" pitchFamily="2" charset="-78"/>
              </a:rPr>
              <a:t>به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عنوان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سیگنال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های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کمکی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بالادستی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ذخیره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شدند</a:t>
            </a:r>
            <a:r>
              <a:rPr lang="en-US" sz="2400" dirty="0">
                <a:cs typeface="B Nazanin" panose="00000400000000000000" pitchFamily="2" charset="-78"/>
              </a:rPr>
              <a:t>. </a:t>
            </a:r>
            <a:r>
              <a:rPr lang="en-US" sz="2400" dirty="0" err="1">
                <a:cs typeface="B Nazanin" panose="00000400000000000000" pitchFamily="2" charset="-78"/>
              </a:rPr>
              <a:t>این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سیگنال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ها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در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فاز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دوم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به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پرامپت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fa-IR" sz="2400" dirty="0">
                <a:cs typeface="B Nazanin" panose="00000400000000000000" pitchFamily="2" charset="-78"/>
              </a:rPr>
              <a:t>آگاه از سوگیری اضافه </a:t>
            </a:r>
            <a:r>
              <a:rPr lang="en-US" sz="2400" dirty="0" err="1">
                <a:cs typeface="B Nazanin" panose="00000400000000000000" pitchFamily="2" charset="-78"/>
              </a:rPr>
              <a:t>شدند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تا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اثر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آگاهی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صریح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مدل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از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نشانه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های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سوگیری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شناختی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بر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تصمیم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حقیقت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سنجی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بررسی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شود</a:t>
            </a:r>
            <a:r>
              <a:rPr lang="en-US" sz="2400" dirty="0">
                <a:cs typeface="B Nazanin" panose="00000400000000000000" pitchFamily="2" charset="-78"/>
              </a:rPr>
              <a:t>.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20116800" y="21256752"/>
            <a:ext cx="411480" cy="411480"/>
          </a:xfrm>
          <a:prstGeom prst="roundRect">
            <a:avLst/>
          </a:prstGeom>
          <a:solidFill>
            <a:srgbClr val="CC2666"/>
          </a:solidFill>
          <a:ln w="13970">
            <a:solidFill>
              <a:srgbClr val="CC2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cs typeface="B Nazanin" panose="00000400000000000000" pitchFamily="2" charset="-78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20116800" y="21275040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Noto Kufi Arabic"/>
                <a:cs typeface="B Nazanin" panose="00000400000000000000" pitchFamily="2" charset="-78"/>
              </a:rPr>
              <a:t>۲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1626416" y="21175283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28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فاز</a:t>
            </a:r>
            <a:r>
              <a:rPr sz="28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8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دوم</a:t>
            </a:r>
            <a:r>
              <a:rPr lang="fa-IR" sz="28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: م</a:t>
            </a:r>
            <a:r>
              <a:rPr sz="28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داخله</a:t>
            </a:r>
            <a:r>
              <a:rPr sz="28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و </a:t>
            </a:r>
            <a:r>
              <a:rPr sz="28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ارزیابی</a:t>
            </a:r>
            <a:r>
              <a:rPr sz="28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8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حقیقت‌سنجی</a:t>
            </a:r>
            <a:endParaRPr sz="2800" b="1" dirty="0">
              <a:solidFill>
                <a:srgbClr val="2C1237"/>
              </a:solidFill>
              <a:latin typeface="Noto Kufi Arabic"/>
              <a:cs typeface="B Nazanin" panose="00000400000000000000" pitchFamily="2" charset="-78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11475720" y="21759672"/>
            <a:ext cx="8915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2400" b="1" dirty="0" err="1">
                <a:solidFill>
                  <a:srgbClr val="642270"/>
                </a:solidFill>
                <a:latin typeface="Noto Kufi Arabic"/>
                <a:cs typeface="B Nazanin" panose="00000400000000000000" pitchFamily="2" charset="-78"/>
              </a:rPr>
              <a:t>سه</a:t>
            </a:r>
            <a:r>
              <a:rPr sz="2400" b="1" dirty="0">
                <a:solidFill>
                  <a:srgbClr val="642270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642270"/>
                </a:solidFill>
                <a:latin typeface="Noto Kufi Arabic"/>
                <a:cs typeface="B Nazanin" panose="00000400000000000000" pitchFamily="2" charset="-78"/>
              </a:rPr>
              <a:t>راهبرد</a:t>
            </a:r>
            <a:r>
              <a:rPr sz="2400" b="1" dirty="0">
                <a:solidFill>
                  <a:srgbClr val="642270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642270"/>
                </a:solidFill>
                <a:latin typeface="Noto Kufi Arabic"/>
                <a:cs typeface="B Nazanin" panose="00000400000000000000" pitchFamily="2" charset="-78"/>
              </a:rPr>
              <a:t>پرامپتی</a:t>
            </a:r>
            <a:endParaRPr sz="2400" b="1" dirty="0">
              <a:solidFill>
                <a:srgbClr val="642270"/>
              </a:solidFill>
              <a:latin typeface="Noto Kufi Arabic"/>
              <a:cs typeface="B Nazanin" panose="00000400000000000000" pitchFamily="2" charset="-78"/>
            </a:endParaRPr>
          </a:p>
        </p:txBody>
      </p:sp>
      <p:sp>
        <p:nvSpPr>
          <p:cNvPr id="122" name="Rounded Rectangle 121"/>
          <p:cNvSpPr/>
          <p:nvPr/>
        </p:nvSpPr>
        <p:spPr>
          <a:xfrm>
            <a:off x="11292840" y="22125432"/>
            <a:ext cx="2788920" cy="1287082"/>
          </a:xfrm>
          <a:prstGeom prst="roundRect">
            <a:avLst/>
          </a:prstGeom>
          <a:solidFill>
            <a:srgbClr val="E8F7FF"/>
          </a:solidFill>
          <a:ln w="13970">
            <a:solidFill>
              <a:srgbClr val="009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cs typeface="B Nazanin" panose="00000400000000000000" pitchFamily="2" charset="-78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11365992" y="22171152"/>
            <a:ext cx="2642615" cy="292608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2000" b="1" dirty="0">
                <a:solidFill>
                  <a:srgbClr val="2C12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Naive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402567" y="22518624"/>
            <a:ext cx="2569463" cy="612647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دستور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ساده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حقیقت‌سنجی</a:t>
            </a:r>
            <a:endParaRPr sz="2400" b="0" dirty="0">
              <a:solidFill>
                <a:srgbClr val="2C1237"/>
              </a:solidFill>
              <a:latin typeface="Noto Naskh Arabic"/>
              <a:cs typeface="B Nazanin" panose="00000400000000000000" pitchFamily="2" charset="-78"/>
            </a:endParaRPr>
          </a:p>
        </p:txBody>
      </p:sp>
      <p:sp>
        <p:nvSpPr>
          <p:cNvPr id="125" name="Rounded Rectangle 124"/>
          <p:cNvSpPr/>
          <p:nvPr/>
        </p:nvSpPr>
        <p:spPr>
          <a:xfrm>
            <a:off x="14520672" y="22125431"/>
            <a:ext cx="2788920" cy="1287083"/>
          </a:xfrm>
          <a:prstGeom prst="roundRect">
            <a:avLst/>
          </a:prstGeom>
          <a:solidFill>
            <a:srgbClr val="F4E9FA"/>
          </a:solidFill>
          <a:ln w="13970">
            <a:solidFill>
              <a:srgbClr val="642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cs typeface="B Nazanin" panose="00000400000000000000" pitchFamily="2" charset="-78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14593824" y="22171152"/>
            <a:ext cx="2642615" cy="292608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2000" b="1" dirty="0">
                <a:solidFill>
                  <a:srgbClr val="2C12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4630400" y="22518624"/>
            <a:ext cx="2569463" cy="612647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تعریف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دقیق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برچسب‌ها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و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قواعد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بررسی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ادعا</a:t>
            </a:r>
            <a:endParaRPr sz="2400" b="0" dirty="0">
              <a:solidFill>
                <a:srgbClr val="2C1237"/>
              </a:solidFill>
              <a:latin typeface="Noto Naskh Arabic"/>
              <a:cs typeface="B Nazanin" panose="00000400000000000000" pitchFamily="2" charset="-78"/>
            </a:endParaRPr>
          </a:p>
        </p:txBody>
      </p:sp>
      <p:sp>
        <p:nvSpPr>
          <p:cNvPr id="128" name="Rounded Rectangle 127"/>
          <p:cNvSpPr/>
          <p:nvPr/>
        </p:nvSpPr>
        <p:spPr>
          <a:xfrm>
            <a:off x="17757648" y="22125432"/>
            <a:ext cx="2788920" cy="1287082"/>
          </a:xfrm>
          <a:prstGeom prst="roundRect">
            <a:avLst/>
          </a:prstGeom>
          <a:solidFill>
            <a:srgbClr val="FCE7F5"/>
          </a:solidFill>
          <a:ln w="13970">
            <a:solidFill>
              <a:srgbClr val="CC2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cs typeface="B Nazanin" panose="00000400000000000000" pitchFamily="2" charset="-78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17830800" y="22171152"/>
            <a:ext cx="2642615" cy="292608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2000" b="1" dirty="0">
                <a:solidFill>
                  <a:srgbClr val="2C12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Bias-aware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7867376" y="22518624"/>
            <a:ext cx="2569463" cy="612647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همان</a:t>
            </a:r>
            <a:r>
              <a:rPr lang="fa-IR"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>
                <a:solidFill>
                  <a:srgbClr val="2C12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</a:t>
            </a:r>
            <a:r>
              <a:rPr lang="fa-IR" sz="2400" dirty="0">
                <a:solidFill>
                  <a:srgbClr val="2C12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به‌همراه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نشانه‌های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سوگیری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شناختی</a:t>
            </a:r>
            <a:endParaRPr sz="2400" b="0" dirty="0">
              <a:solidFill>
                <a:srgbClr val="2C1237"/>
              </a:solidFill>
              <a:latin typeface="Noto Naskh Arabic"/>
              <a:cs typeface="B Nazanin" panose="00000400000000000000" pitchFamily="2" charset="-78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11247120" y="23600664"/>
            <a:ext cx="9189720" cy="2057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just" rtl="1"/>
            <a:r>
              <a:rPr lang="en-US" sz="2400" dirty="0" err="1">
                <a:cs typeface="B Nazanin" panose="00000400000000000000" pitchFamily="2" charset="-78"/>
              </a:rPr>
              <a:t>در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فاز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دوم</a:t>
            </a:r>
            <a:r>
              <a:rPr lang="en-US" sz="2400" dirty="0">
                <a:cs typeface="B Nazanin" panose="00000400000000000000" pitchFamily="2" charset="-78"/>
              </a:rPr>
              <a:t>، </a:t>
            </a:r>
            <a:r>
              <a:rPr lang="en-US" sz="2400" dirty="0" err="1">
                <a:cs typeface="B Nazanin" panose="00000400000000000000" pitchFamily="2" charset="-78"/>
              </a:rPr>
              <a:t>هر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ادعا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با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سه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راهبرد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پرامپتی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Naive</a:t>
            </a:r>
            <a:r>
              <a:rPr lang="en-US" sz="2400" dirty="0">
                <a:cs typeface="B Nazanin" panose="00000400000000000000" pitchFamily="2" charset="-78"/>
              </a:rPr>
              <a:t>،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</a:t>
            </a:r>
            <a:r>
              <a:rPr lang="fa-IR" sz="2400" dirty="0">
                <a:latin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lang="en-US" sz="2400" dirty="0">
                <a:cs typeface="B Nazanin" panose="00000400000000000000" pitchFamily="2" charset="-78"/>
              </a:rPr>
              <a:t>و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Bias-aware</a:t>
            </a:r>
            <a:r>
              <a:rPr lang="fa-IR" sz="2400" dirty="0">
                <a:latin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ارزیابی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شد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تا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اثر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افزودن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اطلاعات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شناختی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به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صورت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کنترل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شده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اندازه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گیری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شود</a:t>
            </a:r>
            <a:r>
              <a:rPr lang="en-US" sz="2400" dirty="0">
                <a:cs typeface="B Nazanin" panose="00000400000000000000" pitchFamily="2" charset="-78"/>
              </a:rPr>
              <a:t>.</a:t>
            </a:r>
          </a:p>
          <a:p>
            <a:pPr algn="just" rtl="1"/>
            <a:r>
              <a:rPr lang="en-US" sz="2400" dirty="0" err="1">
                <a:cs typeface="B Nazanin" panose="00000400000000000000" pitchFamily="2" charset="-78"/>
              </a:rPr>
              <a:t>ارزیابی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روی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پنج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fa-IR" sz="2400" dirty="0">
                <a:cs typeface="B Nazanin" panose="00000400000000000000" pitchFamily="2" charset="-78"/>
              </a:rPr>
              <a:t>دیتاست</a:t>
            </a:r>
            <a:r>
              <a:rPr lang="fa-I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Matter-of-Fact،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TSVeR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ClaimReview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Plus</a:t>
            </a:r>
            <a:r>
              <a:rPr lang="fa-I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،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FACT5 </a:t>
            </a:r>
            <a:r>
              <a:rPr lang="en-US" sz="2400" dirty="0" err="1">
                <a:cs typeface="B Nazanin" panose="00000400000000000000" pitchFamily="2" charset="-78"/>
              </a:rPr>
              <a:t>انجام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cs typeface="B Nazanin" panose="00000400000000000000" pitchFamily="2" charset="-78"/>
              </a:rPr>
              <a:t>ش</a:t>
            </a:r>
            <a:r>
              <a:rPr lang="fa-IR" sz="2400" dirty="0">
                <a:cs typeface="B Nazanin" panose="00000400000000000000" pitchFamily="2" charset="-78"/>
              </a:rPr>
              <a:t>د.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برای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بررسی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تعمیم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زمانی</a:t>
            </a:r>
            <a:r>
              <a:rPr lang="en-US" sz="2400" dirty="0">
                <a:cs typeface="B Nazanin" panose="00000400000000000000" pitchFamily="2" charset="-78"/>
              </a:rPr>
              <a:t>، </a:t>
            </a:r>
            <a:r>
              <a:rPr lang="en-US" sz="2400" dirty="0" err="1">
                <a:cs typeface="B Nazanin" panose="00000400000000000000" pitchFamily="2" charset="-78"/>
              </a:rPr>
              <a:t>ادعاها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بر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اساس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مرز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زمانی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ثبت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شده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در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هر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اجرا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به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دو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گروه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fa-IR" sz="2400" dirty="0">
                <a:cs typeface="B Nazanin" panose="00000400000000000000" pitchFamily="2" charset="-78"/>
              </a:rPr>
              <a:t>دیده‌شده و دیده نشده برای هر مدل </a:t>
            </a:r>
            <a:r>
              <a:rPr lang="en-US" sz="2400" dirty="0" err="1">
                <a:cs typeface="B Nazanin" panose="00000400000000000000" pitchFamily="2" charset="-78"/>
              </a:rPr>
              <a:t>تقسیم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شدند</a:t>
            </a:r>
            <a:r>
              <a:rPr lang="fa-IR" sz="2400" dirty="0">
                <a:cs typeface="B Nazanin" panose="00000400000000000000" pitchFamily="2" charset="-78"/>
              </a:rPr>
              <a:t>.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این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تقسیم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بندی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یک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تعریف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عملیاتی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است</a:t>
            </a:r>
            <a:r>
              <a:rPr lang="en-US" sz="2400" dirty="0">
                <a:cs typeface="B Nazanin" panose="00000400000000000000" pitchFamily="2" charset="-78"/>
              </a:rPr>
              <a:t> و </a:t>
            </a:r>
            <a:r>
              <a:rPr lang="en-US" sz="2400" dirty="0" err="1">
                <a:cs typeface="B Nazanin" panose="00000400000000000000" pitchFamily="2" charset="-78"/>
              </a:rPr>
              <a:t>به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معنی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اثبات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حضور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یا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عدم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حضور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واقعی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ادعا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در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داده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های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پیش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آموزش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مدل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نیست</a:t>
            </a:r>
            <a:r>
              <a:rPr lang="en-US" sz="2400" dirty="0">
                <a:cs typeface="B Nazanin" panose="00000400000000000000" pitchFamily="2" charset="-78"/>
              </a:rPr>
              <a:t>.</a:t>
            </a:r>
          </a:p>
          <a:p>
            <a:pPr algn="just" rtl="1"/>
            <a:r>
              <a:rPr lang="en-US" sz="2400" dirty="0" err="1">
                <a:cs typeface="B Nazanin" panose="00000400000000000000" pitchFamily="2" charset="-78"/>
              </a:rPr>
              <a:t>معیارهای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ارزیابی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شامل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n-US" sz="2400" dirty="0">
                <a:cs typeface="B Nazanin" panose="00000400000000000000" pitchFamily="2" charset="-78"/>
              </a:rPr>
              <a:t>،</a:t>
            </a:r>
            <a:r>
              <a:rPr lang="fa-IR" sz="2400" dirty="0">
                <a:cs typeface="B Nazanin" panose="00000400000000000000" pitchFamily="2" charset="-78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Macro-F1</a:t>
            </a:r>
            <a:r>
              <a:rPr lang="en-US" sz="2400" dirty="0">
                <a:cs typeface="B Nazanin" panose="00000400000000000000" pitchFamily="2" charset="-78"/>
              </a:rPr>
              <a:t>، </a:t>
            </a:r>
            <a:r>
              <a:rPr lang="en-US" sz="2400" dirty="0" err="1">
                <a:cs typeface="B Nazanin" panose="00000400000000000000" pitchFamily="2" charset="-78"/>
              </a:rPr>
              <a:t>شکاف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عملکرد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میان</a:t>
            </a:r>
            <a:r>
              <a:rPr lang="fa-IR" sz="2400" dirty="0">
                <a:cs typeface="B Nazanin" panose="00000400000000000000" pitchFamily="2" charset="-78"/>
              </a:rPr>
              <a:t> داده مشاهده‌شده و نشده</a:t>
            </a:r>
            <a:r>
              <a:rPr lang="en-US" sz="2400" dirty="0">
                <a:cs typeface="B Nazanin" panose="00000400000000000000" pitchFamily="2" charset="-78"/>
              </a:rPr>
              <a:t>، </a:t>
            </a:r>
            <a:r>
              <a:rPr lang="en-US" sz="2400" dirty="0" err="1">
                <a:cs typeface="B Nazanin" panose="00000400000000000000" pitchFamily="2" charset="-78"/>
              </a:rPr>
              <a:t>تغییرات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</a:t>
            </a:r>
            <a:r>
              <a:rPr lang="fa-I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a-IR" sz="2400" dirty="0">
                <a:latin typeface="Times New Roman" panose="02020603050405020304" pitchFamily="18" charset="0"/>
                <a:cs typeface="B Nazanin" panose="00000400000000000000" pitchFamily="2" charset="-78"/>
              </a:rPr>
              <a:t>و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Broke</a:t>
            </a:r>
            <a:r>
              <a:rPr lang="en-US" sz="2400" dirty="0">
                <a:cs typeface="B Nazanin" panose="00000400000000000000" pitchFamily="2" charset="-78"/>
              </a:rPr>
              <a:t>، </a:t>
            </a:r>
            <a:r>
              <a:rPr lang="en-US" sz="2400" dirty="0" err="1">
                <a:cs typeface="B Nazanin" panose="00000400000000000000" pitchFamily="2" charset="-78"/>
              </a:rPr>
              <a:t>فاصله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اطمینان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بوت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استرپ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زوجی</a:t>
            </a:r>
            <a:r>
              <a:rPr lang="en-US" sz="2400" dirty="0">
                <a:cs typeface="B Nazanin" panose="00000400000000000000" pitchFamily="2" charset="-78"/>
              </a:rPr>
              <a:t> و </a:t>
            </a:r>
            <a:r>
              <a:rPr lang="en-US" sz="2400" dirty="0" err="1">
                <a:cs typeface="B Nazanin" panose="00000400000000000000" pitchFamily="2" charset="-78"/>
              </a:rPr>
              <a:t>آزمون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McNemar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fa-IR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بو</a:t>
            </a:r>
            <a:r>
              <a:rPr lang="fa-IR" sz="2400" dirty="0">
                <a:cs typeface="B Nazanin" panose="00000400000000000000" pitchFamily="2" charset="-78"/>
              </a:rPr>
              <a:t>د.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برای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تحلیل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اثر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سوگیری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های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مختلف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نیز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آزمون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های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چندگانه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انجام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شد</a:t>
            </a:r>
            <a:r>
              <a:rPr lang="en-US" sz="2400" dirty="0">
                <a:cs typeface="B Nazanin" panose="00000400000000000000" pitchFamily="2" charset="-78"/>
              </a:rPr>
              <a:t> و </a:t>
            </a:r>
            <a:r>
              <a:rPr lang="en-US" sz="2400" dirty="0" err="1">
                <a:cs typeface="B Nazanin" panose="00000400000000000000" pitchFamily="2" charset="-78"/>
              </a:rPr>
              <a:t>تصحیح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Holm</a:t>
            </a:r>
            <a:r>
              <a:rPr lang="fa-I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برای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کنترل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خطای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ناشی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از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مقایسه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های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متعدد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به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کار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رفت</a:t>
            </a:r>
            <a:r>
              <a:rPr lang="en-US" sz="2400" dirty="0">
                <a:cs typeface="B Nazanin" panose="00000400000000000000" pitchFamily="2" charset="-78"/>
              </a:rPr>
              <a:t>.</a:t>
            </a:r>
          </a:p>
          <a:p>
            <a:pPr algn="just" rtl="1"/>
            <a:r>
              <a:rPr lang="en-US" sz="2400" dirty="0" err="1">
                <a:cs typeface="B Nazanin" panose="00000400000000000000" pitchFamily="2" charset="-78"/>
              </a:rPr>
              <a:t>هدف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این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فاز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تنها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بررسی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افزایش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یا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کاهش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دقت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نبود</a:t>
            </a:r>
            <a:r>
              <a:rPr lang="en-US" sz="2400" dirty="0">
                <a:cs typeface="B Nazanin" panose="00000400000000000000" pitchFamily="2" charset="-78"/>
              </a:rPr>
              <a:t>، </a:t>
            </a:r>
            <a:r>
              <a:rPr lang="en-US" sz="2400" dirty="0" err="1">
                <a:cs typeface="B Nazanin" panose="00000400000000000000" pitchFamily="2" charset="-78"/>
              </a:rPr>
              <a:t>بلکه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مشخص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کردن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نحوه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تغییر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رفتار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تصمیم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گیری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مدل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پس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از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افزودن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اطلاعات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شناختی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نیز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اهمیت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داشت</a:t>
            </a:r>
            <a:r>
              <a:rPr lang="en-US" sz="2400" dirty="0">
                <a:cs typeface="B Nazanin" panose="00000400000000000000" pitchFamily="2" charset="-78"/>
              </a:rPr>
              <a:t>. </a:t>
            </a:r>
            <a:r>
              <a:rPr lang="en-US" sz="2400" dirty="0" err="1">
                <a:cs typeface="B Nazanin" panose="00000400000000000000" pitchFamily="2" charset="-78"/>
              </a:rPr>
              <a:t>به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همین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دلیل</a:t>
            </a:r>
            <a:r>
              <a:rPr lang="en-US" sz="2400" dirty="0">
                <a:cs typeface="B Nazanin" panose="00000400000000000000" pitchFamily="2" charset="-78"/>
              </a:rPr>
              <a:t>، </a:t>
            </a:r>
            <a:r>
              <a:rPr lang="en-US" sz="2400" dirty="0" err="1">
                <a:cs typeface="B Nazanin" panose="00000400000000000000" pitchFamily="2" charset="-78"/>
              </a:rPr>
              <a:t>علاوه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بر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معیارهای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عملکرد</a:t>
            </a:r>
            <a:r>
              <a:rPr lang="en-US" sz="2400" dirty="0">
                <a:cs typeface="B Nazanin" panose="00000400000000000000" pitchFamily="2" charset="-78"/>
              </a:rPr>
              <a:t>، </a:t>
            </a:r>
            <a:r>
              <a:rPr lang="en-US" sz="2400" dirty="0" err="1">
                <a:cs typeface="B Nazanin" panose="00000400000000000000" pitchFamily="2" charset="-78"/>
              </a:rPr>
              <a:t>تغییر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توزیع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برچسب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های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خروجی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نیز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بررسی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شد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تا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مشخص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شود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fa-IR" sz="2400" dirty="0">
                <a:cs typeface="B Nazanin" panose="00000400000000000000" pitchFamily="2" charset="-78"/>
              </a:rPr>
              <a:t>تاثیر دادن بایاس ها م</a:t>
            </a:r>
            <a:r>
              <a:rPr lang="en-US" sz="2400" dirty="0" err="1">
                <a:cs typeface="B Nazanin" panose="00000400000000000000" pitchFamily="2" charset="-78"/>
              </a:rPr>
              <a:t>دل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را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به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سمت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پذیرش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یا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رد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بیشتر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ادعاها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هدایت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می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کند</a:t>
            </a:r>
            <a:r>
              <a:rPr lang="en-US" sz="2400" dirty="0">
                <a:cs typeface="B Nazanin" panose="00000400000000000000" pitchFamily="2" charset="-78"/>
              </a:rPr>
              <a:t>.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77240" y="6656832"/>
            <a:ext cx="9464040" cy="987552"/>
          </a:xfrm>
          <a:prstGeom prst="roundRect">
            <a:avLst/>
          </a:prstGeom>
          <a:solidFill>
            <a:srgbClr val="F4E9FA"/>
          </a:solidFill>
          <a:ln w="13970">
            <a:solidFill>
              <a:srgbClr val="E6D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cs typeface="B Nazanin" panose="00000400000000000000" pitchFamily="2" charset="-78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960120" y="6729984"/>
            <a:ext cx="909828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28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رفع</a:t>
            </a:r>
            <a:r>
              <a:rPr sz="28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8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سوگیری</a:t>
            </a:r>
            <a:r>
              <a:rPr sz="28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8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می‌تواند</a:t>
            </a:r>
            <a:r>
              <a:rPr sz="28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8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خودِ</a:t>
            </a:r>
            <a:r>
              <a:rPr sz="28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8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سوگیریِ</a:t>
            </a:r>
            <a:r>
              <a:rPr sz="28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8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تصمیم</a:t>
            </a:r>
            <a:r>
              <a:rPr sz="28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8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ایجاد</a:t>
            </a:r>
            <a:r>
              <a:rPr sz="28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8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کند</a:t>
            </a:r>
            <a:endParaRPr sz="2800" b="1" dirty="0">
              <a:solidFill>
                <a:srgbClr val="2C1237"/>
              </a:solidFill>
              <a:latin typeface="Noto Kufi Arabic"/>
              <a:cs typeface="B Nazanin" panose="00000400000000000000" pitchFamily="2" charset="-78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1005840" y="7214616"/>
            <a:ext cx="900684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2400" b="1" dirty="0" err="1">
                <a:solidFill>
                  <a:srgbClr val="642270"/>
                </a:solidFill>
                <a:latin typeface="Noto Naskh Arabic"/>
                <a:cs typeface="B Nazanin" panose="00000400000000000000" pitchFamily="2" charset="-78"/>
              </a:rPr>
              <a:t>پارادوکس</a:t>
            </a:r>
            <a:r>
              <a:rPr sz="2400" b="1" dirty="0">
                <a:solidFill>
                  <a:srgbClr val="642270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642270"/>
                </a:solidFill>
                <a:latin typeface="Noto Naskh Arabic"/>
                <a:cs typeface="B Nazanin" panose="00000400000000000000" pitchFamily="2" charset="-78"/>
              </a:rPr>
              <a:t>شناختی</a:t>
            </a:r>
            <a:r>
              <a:rPr sz="2400" b="1" dirty="0">
                <a:solidFill>
                  <a:srgbClr val="642270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642270"/>
                </a:solidFill>
                <a:latin typeface="Noto Naskh Arabic"/>
                <a:cs typeface="B Nazanin" panose="00000400000000000000" pitchFamily="2" charset="-78"/>
              </a:rPr>
              <a:t>رفع</a:t>
            </a:r>
            <a:r>
              <a:rPr sz="2400" b="1" dirty="0">
                <a:solidFill>
                  <a:srgbClr val="642270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642270"/>
                </a:solidFill>
                <a:latin typeface="Noto Naskh Arabic"/>
                <a:cs typeface="B Nazanin" panose="00000400000000000000" pitchFamily="2" charset="-78"/>
              </a:rPr>
              <a:t>سوگیری</a:t>
            </a:r>
            <a:r>
              <a:rPr lang="fa-IR" sz="2400" b="1" dirty="0">
                <a:solidFill>
                  <a:srgbClr val="642270"/>
                </a:solidFill>
                <a:latin typeface="Noto Naskh Arabic"/>
                <a:cs typeface="B Nazanin" panose="00000400000000000000" pitchFamily="2" charset="-78"/>
              </a:rPr>
              <a:t> در مدل‌های زبانی</a:t>
            </a:r>
            <a:endParaRPr sz="2400" b="1" dirty="0">
              <a:solidFill>
                <a:srgbClr val="642270"/>
              </a:solidFill>
              <a:latin typeface="Noto Naskh Arabic"/>
              <a:cs typeface="B Nazanin" panose="00000400000000000000" pitchFamily="2" charset="-78"/>
            </a:endParaRPr>
          </a:p>
        </p:txBody>
      </p:sp>
      <p:sp>
        <p:nvSpPr>
          <p:cNvPr id="142" name="Rounded Rectangle 141"/>
          <p:cNvSpPr/>
          <p:nvPr/>
        </p:nvSpPr>
        <p:spPr>
          <a:xfrm>
            <a:off x="9921240" y="7845552"/>
            <a:ext cx="411480" cy="411480"/>
          </a:xfrm>
          <a:prstGeom prst="roundRect">
            <a:avLst/>
          </a:prstGeom>
          <a:solidFill>
            <a:srgbClr val="642270"/>
          </a:solidFill>
          <a:ln w="13970">
            <a:solidFill>
              <a:srgbClr val="642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cs typeface="B Nazanin" panose="00000400000000000000" pitchFamily="2" charset="-78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9921240" y="7863840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Kufi Arabic"/>
                <a:cs typeface="B Nazanin" panose="00000400000000000000" pitchFamily="2" charset="-78"/>
              </a:rPr>
              <a:t>۱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14400" y="7790688"/>
            <a:ext cx="88696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24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شکاف</a:t>
            </a:r>
            <a:r>
              <a:rPr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زمانی</a:t>
            </a:r>
            <a:r>
              <a:rPr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کوچک‌تر</a:t>
            </a:r>
            <a:r>
              <a:rPr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، </a:t>
            </a:r>
            <a:r>
              <a:rPr sz="24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همراه</a:t>
            </a:r>
            <a:r>
              <a:rPr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با</a:t>
            </a:r>
            <a:r>
              <a:rPr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دقت</a:t>
            </a:r>
            <a:r>
              <a:rPr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پایین‌تر</a:t>
            </a:r>
            <a:endParaRPr sz="2400" b="1" dirty="0">
              <a:solidFill>
                <a:srgbClr val="2C1237"/>
              </a:solidFill>
              <a:latin typeface="Noto Kufi Arabic"/>
              <a:cs typeface="B Nazanin" panose="00000400000000000000" pitchFamily="2" charset="-78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1097280" y="8183879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1220" b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دقت سه راهبرد در دو رژیم زمانی</a:t>
            </a:r>
          </a:p>
        </p:txBody>
      </p:sp>
      <p:pic>
        <p:nvPicPr>
          <p:cNvPr id="146" name="Picture 145" descr="accurac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8412480"/>
            <a:ext cx="6053328" cy="3401568"/>
          </a:xfrm>
          <a:prstGeom prst="rect">
            <a:avLst/>
          </a:prstGeom>
        </p:spPr>
      </p:pic>
      <p:sp>
        <p:nvSpPr>
          <p:cNvPr id="147" name="Rounded Rectangle 146"/>
          <p:cNvSpPr/>
          <p:nvPr/>
        </p:nvSpPr>
        <p:spPr>
          <a:xfrm>
            <a:off x="6888479" y="8577072"/>
            <a:ext cx="3380231" cy="2990088"/>
          </a:xfrm>
          <a:prstGeom prst="roundRect">
            <a:avLst/>
          </a:prstGeom>
          <a:solidFill>
            <a:srgbClr val="FAF8FC"/>
          </a:solidFill>
          <a:ln w="13970">
            <a:solidFill>
              <a:srgbClr val="E4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cs typeface="B Nazanin" panose="00000400000000000000" pitchFamily="2" charset="-78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6918960" y="8842248"/>
            <a:ext cx="3215640" cy="22402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just" rtl="1">
              <a:spcAft>
                <a:spcPts val="0"/>
              </a:spcAft>
            </a:pP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قدر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مطلق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شکاف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زمانی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از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۴٫۶۱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واحد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درصد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در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lang="fa-IR"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روش </a:t>
            </a:r>
            <a:r>
              <a:rPr lang="en-US" sz="2000" b="0" dirty="0">
                <a:solidFill>
                  <a:srgbClr val="2C12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</a:t>
            </a:r>
            <a:r>
              <a:rPr lang="fa-IR"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به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۰٫۴۳</a:t>
            </a:r>
            <a:r>
              <a:rPr lang="fa-IR"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و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احد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درصد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در</a:t>
            </a:r>
            <a:r>
              <a:rPr lang="en-US" sz="2000" b="0" dirty="0" err="1">
                <a:solidFill>
                  <a:srgbClr val="2C12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Bias</a:t>
            </a:r>
            <a:r>
              <a:rPr lang="en-US" sz="2000" b="0" dirty="0">
                <a:solidFill>
                  <a:srgbClr val="2C12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-Aware</a:t>
            </a:r>
            <a:r>
              <a:rPr lang="fa-IR"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کاهش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یافت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؛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اما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دقت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lang="fa-IR"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داده </a:t>
            </a:r>
            <a:r>
              <a:rPr lang="en-US" sz="2000" b="0" dirty="0">
                <a:solidFill>
                  <a:srgbClr val="2C12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Unseen</a:t>
            </a:r>
            <a:r>
              <a:rPr lang="fa-IR" sz="2000" dirty="0">
                <a:solidFill>
                  <a:srgbClr val="2C12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نیز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پایین‌تر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بود</a:t>
            </a:r>
            <a:r>
              <a:rPr lang="fa-IR" sz="240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.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lang="fa-IR"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پ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س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شباهت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دو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رژیم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زمانی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،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به‌تنهایی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شاهد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توانمندی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بیشتر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نیست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.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60120" y="11814048"/>
            <a:ext cx="91897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1010" b="0" dirty="0" err="1">
                <a:solidFill>
                  <a:srgbClr val="505050"/>
                </a:solidFill>
                <a:latin typeface="Noto Naskh Arabic"/>
                <a:cs typeface="B Nazanin" panose="00000400000000000000" pitchFamily="2" charset="-78"/>
              </a:rPr>
              <a:t>میانگین</a:t>
            </a:r>
            <a:r>
              <a:rPr sz="1010" b="0" dirty="0">
                <a:solidFill>
                  <a:srgbClr val="505050"/>
                </a:solidFill>
                <a:latin typeface="Noto Naskh Arabic"/>
                <a:cs typeface="B Nazanin" panose="00000400000000000000" pitchFamily="2" charset="-78"/>
              </a:rPr>
              <a:t> ۱۱ </a:t>
            </a:r>
            <a:r>
              <a:rPr sz="1010" b="0" dirty="0" err="1">
                <a:solidFill>
                  <a:srgbClr val="505050"/>
                </a:solidFill>
                <a:latin typeface="Noto Naskh Arabic"/>
                <a:cs typeface="B Nazanin" panose="00000400000000000000" pitchFamily="2" charset="-78"/>
              </a:rPr>
              <a:t>مطالعه</a:t>
            </a:r>
            <a:r>
              <a:rPr sz="1010" b="0" dirty="0">
                <a:solidFill>
                  <a:srgbClr val="505050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1010" b="0" dirty="0" err="1">
                <a:solidFill>
                  <a:srgbClr val="505050"/>
                </a:solidFill>
                <a:latin typeface="Noto Naskh Arabic"/>
                <a:cs typeface="B Nazanin" panose="00000400000000000000" pitchFamily="2" charset="-78"/>
              </a:rPr>
              <a:t>کامل</a:t>
            </a:r>
            <a:r>
              <a:rPr sz="1010" b="0" dirty="0">
                <a:solidFill>
                  <a:srgbClr val="505050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1010" b="0" dirty="0" err="1">
                <a:solidFill>
                  <a:srgbClr val="505050"/>
                </a:solidFill>
                <a:latin typeface="Noto Naskh Arabic"/>
                <a:cs typeface="B Nazanin" panose="00000400000000000000" pitchFamily="2" charset="-78"/>
              </a:rPr>
              <a:t>مدل</a:t>
            </a:r>
            <a:r>
              <a:rPr sz="1010" b="0" dirty="0">
                <a:solidFill>
                  <a:srgbClr val="505050"/>
                </a:solidFill>
                <a:latin typeface="Noto Naskh Arabic"/>
                <a:cs typeface="B Nazanin" panose="00000400000000000000" pitchFamily="2" charset="-78"/>
              </a:rPr>
              <a:t>–</a:t>
            </a:r>
            <a:r>
              <a:rPr sz="1010" b="0" dirty="0" err="1">
                <a:solidFill>
                  <a:srgbClr val="505050"/>
                </a:solidFill>
                <a:latin typeface="Noto Naskh Arabic"/>
                <a:cs typeface="B Nazanin" panose="00000400000000000000" pitchFamily="2" charset="-78"/>
              </a:rPr>
              <a:t>پیکره</a:t>
            </a:r>
            <a:r>
              <a:rPr sz="1010" b="0" dirty="0">
                <a:solidFill>
                  <a:srgbClr val="505050"/>
                </a:solidFill>
                <a:latin typeface="Noto Naskh Arabic"/>
                <a:cs typeface="B Nazanin" panose="00000400000000000000" pitchFamily="2" charset="-78"/>
              </a:rPr>
              <a:t>؛ </a:t>
            </a:r>
            <a:r>
              <a:rPr sz="1010" b="0" dirty="0" err="1">
                <a:solidFill>
                  <a:srgbClr val="505050"/>
                </a:solidFill>
                <a:latin typeface="Noto Naskh Arabic"/>
                <a:cs typeface="B Nazanin" panose="00000400000000000000" pitchFamily="2" charset="-78"/>
              </a:rPr>
              <a:t>در</a:t>
            </a:r>
            <a:r>
              <a:rPr sz="1010" b="0" dirty="0">
                <a:solidFill>
                  <a:srgbClr val="505050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1010" b="0" dirty="0" err="1">
                <a:solidFill>
                  <a:srgbClr val="505050"/>
                </a:solidFill>
                <a:latin typeface="Noto Naskh Arabic"/>
                <a:cs typeface="B Nazanin" panose="00000400000000000000" pitchFamily="2" charset="-78"/>
              </a:rPr>
              <a:t>هر</a:t>
            </a:r>
            <a:r>
              <a:rPr sz="1010" b="0" dirty="0">
                <a:solidFill>
                  <a:srgbClr val="505050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1010" b="0" dirty="0" err="1">
                <a:solidFill>
                  <a:srgbClr val="505050"/>
                </a:solidFill>
                <a:latin typeface="Noto Naskh Arabic"/>
                <a:cs typeface="B Nazanin" panose="00000400000000000000" pitchFamily="2" charset="-78"/>
              </a:rPr>
              <a:t>سه</a:t>
            </a:r>
            <a:r>
              <a:rPr sz="1010" b="0" dirty="0">
                <a:solidFill>
                  <a:srgbClr val="505050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1010" b="0" dirty="0" err="1">
                <a:solidFill>
                  <a:srgbClr val="505050"/>
                </a:solidFill>
                <a:latin typeface="Noto Naskh Arabic"/>
                <a:cs typeface="B Nazanin" panose="00000400000000000000" pitchFamily="2" charset="-78"/>
              </a:rPr>
              <a:t>راهبرد</a:t>
            </a:r>
            <a:r>
              <a:rPr sz="1010" b="0" dirty="0">
                <a:solidFill>
                  <a:srgbClr val="505050"/>
                </a:solidFill>
                <a:latin typeface="Noto Naskh Arabic"/>
                <a:cs typeface="B Nazanin" panose="00000400000000000000" pitchFamily="2" charset="-78"/>
              </a:rPr>
              <a:t>، </a:t>
            </a:r>
            <a:r>
              <a:rPr sz="1010" b="0" dirty="0" err="1">
                <a:solidFill>
                  <a:srgbClr val="505050"/>
                </a:solidFill>
                <a:latin typeface="Noto Naskh Arabic"/>
                <a:cs typeface="B Nazanin" panose="00000400000000000000" pitchFamily="2" charset="-78"/>
              </a:rPr>
              <a:t>میانگین</a:t>
            </a:r>
            <a:r>
              <a:rPr sz="1010" b="0" dirty="0">
                <a:solidFill>
                  <a:srgbClr val="505050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1010" b="0" dirty="0" err="1">
                <a:solidFill>
                  <a:srgbClr val="505050"/>
                </a:solidFill>
                <a:latin typeface="Noto Naskh Arabic"/>
                <a:cs typeface="B Nazanin" panose="00000400000000000000" pitchFamily="2" charset="-78"/>
              </a:rPr>
              <a:t>دقت</a:t>
            </a:r>
            <a:r>
              <a:rPr sz="1010" b="0" dirty="0">
                <a:solidFill>
                  <a:srgbClr val="505050"/>
                </a:solidFill>
                <a:latin typeface="Noto Naskh Arabic"/>
                <a:cs typeface="B Nazanin" panose="00000400000000000000" pitchFamily="2" charset="-78"/>
              </a:rPr>
              <a:t> unseen </a:t>
            </a:r>
            <a:r>
              <a:rPr sz="1010" b="0" dirty="0" err="1">
                <a:solidFill>
                  <a:srgbClr val="505050"/>
                </a:solidFill>
                <a:latin typeface="Noto Naskh Arabic"/>
                <a:cs typeface="B Nazanin" panose="00000400000000000000" pitchFamily="2" charset="-78"/>
              </a:rPr>
              <a:t>پایین‌تر</a:t>
            </a:r>
            <a:r>
              <a:rPr sz="1010" b="0" dirty="0">
                <a:solidFill>
                  <a:srgbClr val="505050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1010" b="0" dirty="0" err="1">
                <a:solidFill>
                  <a:srgbClr val="505050"/>
                </a:solidFill>
                <a:latin typeface="Noto Naskh Arabic"/>
                <a:cs typeface="B Nazanin" panose="00000400000000000000" pitchFamily="2" charset="-78"/>
              </a:rPr>
              <a:t>از</a:t>
            </a:r>
            <a:r>
              <a:rPr sz="1010" b="0" dirty="0">
                <a:solidFill>
                  <a:srgbClr val="505050"/>
                </a:solidFill>
                <a:latin typeface="Noto Naskh Arabic"/>
                <a:cs typeface="B Nazanin" panose="00000400000000000000" pitchFamily="2" charset="-78"/>
              </a:rPr>
              <a:t> seen </a:t>
            </a:r>
            <a:r>
              <a:rPr sz="1010" b="0" dirty="0" err="1">
                <a:solidFill>
                  <a:srgbClr val="505050"/>
                </a:solidFill>
                <a:latin typeface="Noto Naskh Arabic"/>
                <a:cs typeface="B Nazanin" panose="00000400000000000000" pitchFamily="2" charset="-78"/>
              </a:rPr>
              <a:t>نبود</a:t>
            </a:r>
            <a:r>
              <a:rPr sz="1010" b="0" dirty="0">
                <a:solidFill>
                  <a:srgbClr val="505050"/>
                </a:solidFill>
                <a:latin typeface="Noto Naskh Arabic"/>
                <a:cs typeface="B Nazanin" panose="00000400000000000000" pitchFamily="2" charset="-78"/>
              </a:rPr>
              <a:t>.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22960" y="12143232"/>
            <a:ext cx="9372600" cy="18288"/>
          </a:xfrm>
          <a:prstGeom prst="rect">
            <a:avLst/>
          </a:prstGeom>
          <a:solidFill>
            <a:srgbClr val="E2DAEB"/>
          </a:solidFill>
          <a:ln>
            <a:solidFill>
              <a:srgbClr val="E2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cs typeface="B Nazanin" panose="00000400000000000000" pitchFamily="2" charset="-78"/>
            </a:endParaRPr>
          </a:p>
        </p:txBody>
      </p:sp>
      <p:sp>
        <p:nvSpPr>
          <p:cNvPr id="151" name="Rounded Rectangle 150"/>
          <p:cNvSpPr/>
          <p:nvPr/>
        </p:nvSpPr>
        <p:spPr>
          <a:xfrm>
            <a:off x="9921240" y="12316968"/>
            <a:ext cx="411480" cy="411480"/>
          </a:xfrm>
          <a:prstGeom prst="roundRect">
            <a:avLst/>
          </a:prstGeom>
          <a:solidFill>
            <a:srgbClr val="642270"/>
          </a:solidFill>
          <a:ln w="13970">
            <a:solidFill>
              <a:srgbClr val="642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cs typeface="B Nazanin" panose="00000400000000000000" pitchFamily="2" charset="-78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9921240" y="12335256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Kufi Arabic"/>
                <a:cs typeface="B Nazanin" panose="00000400000000000000" pitchFamily="2" charset="-78"/>
              </a:rPr>
              <a:t>۲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60120" y="12271248"/>
            <a:ext cx="88239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24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مداخله</a:t>
            </a:r>
            <a:r>
              <a:rPr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، </a:t>
            </a:r>
            <a:r>
              <a:rPr sz="24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پاسخ‌های</a:t>
            </a:r>
            <a:r>
              <a:rPr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درست</a:t>
            </a:r>
            <a:r>
              <a:rPr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بیشتری</a:t>
            </a:r>
            <a:r>
              <a:rPr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را</a:t>
            </a:r>
            <a:r>
              <a:rPr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خراب</a:t>
            </a:r>
            <a:r>
              <a:rPr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کرد</a:t>
            </a:r>
            <a:endParaRPr sz="2400" b="1" dirty="0">
              <a:solidFill>
                <a:srgbClr val="2C1237"/>
              </a:solidFill>
              <a:latin typeface="Noto Kufi Arabic"/>
              <a:cs typeface="B Nazanin" panose="00000400000000000000" pitchFamily="2" charset="-78"/>
            </a:endParaRPr>
          </a:p>
        </p:txBody>
      </p:sp>
      <p:pic>
        <p:nvPicPr>
          <p:cNvPr id="154" name="Picture 153" descr="fixed_brok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12682728"/>
            <a:ext cx="4069080" cy="2743200"/>
          </a:xfrm>
          <a:prstGeom prst="rect">
            <a:avLst/>
          </a:prstGeom>
        </p:spPr>
      </p:pic>
      <p:sp>
        <p:nvSpPr>
          <p:cNvPr id="155" name="Rounded Rectangle 154"/>
          <p:cNvSpPr/>
          <p:nvPr/>
        </p:nvSpPr>
        <p:spPr>
          <a:xfrm>
            <a:off x="5166360" y="12765024"/>
            <a:ext cx="4983480" cy="2505456"/>
          </a:xfrm>
          <a:prstGeom prst="roundRect">
            <a:avLst/>
          </a:prstGeom>
          <a:solidFill>
            <a:srgbClr val="FCE7F5"/>
          </a:solidFill>
          <a:ln w="13970">
            <a:solidFill>
              <a:srgbClr val="E8C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cs typeface="B Nazanin" panose="00000400000000000000" pitchFamily="2" charset="-78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5330952" y="12874752"/>
            <a:ext cx="46634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2400" b="1" dirty="0" err="1">
                <a:solidFill>
                  <a:srgbClr val="642270"/>
                </a:solidFill>
                <a:latin typeface="Noto Kufi Arabic"/>
                <a:cs typeface="B Nazanin" panose="00000400000000000000" pitchFamily="2" charset="-78"/>
              </a:rPr>
              <a:t>تراز</a:t>
            </a:r>
            <a:r>
              <a:rPr sz="2400" b="1" dirty="0">
                <a:solidFill>
                  <a:srgbClr val="642270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642270"/>
                </a:solidFill>
                <a:latin typeface="Noto Kufi Arabic"/>
                <a:cs typeface="B Nazanin" panose="00000400000000000000" pitchFamily="2" charset="-78"/>
              </a:rPr>
              <a:t>اصلاح</a:t>
            </a:r>
            <a:r>
              <a:rPr sz="2400" b="1" dirty="0">
                <a:solidFill>
                  <a:srgbClr val="642270"/>
                </a:solidFill>
                <a:latin typeface="Noto Kufi Arabic"/>
                <a:cs typeface="B Nazanin" panose="00000400000000000000" pitchFamily="2" charset="-78"/>
              </a:rPr>
              <a:t> و </a:t>
            </a:r>
            <a:r>
              <a:rPr sz="2400" b="1" dirty="0" err="1">
                <a:solidFill>
                  <a:srgbClr val="642270"/>
                </a:solidFill>
                <a:latin typeface="Noto Kufi Arabic"/>
                <a:cs typeface="B Nazanin" panose="00000400000000000000" pitchFamily="2" charset="-78"/>
              </a:rPr>
              <a:t>تخریب</a:t>
            </a:r>
            <a:r>
              <a:rPr sz="2400" b="1" dirty="0">
                <a:solidFill>
                  <a:srgbClr val="642270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642270"/>
                </a:solidFill>
                <a:latin typeface="Noto Kufi Arabic"/>
                <a:cs typeface="B Nazanin" panose="00000400000000000000" pitchFamily="2" charset="-78"/>
              </a:rPr>
              <a:t>پاسخ‌ها</a:t>
            </a:r>
            <a:endParaRPr sz="2400" b="1" dirty="0">
              <a:solidFill>
                <a:srgbClr val="642270"/>
              </a:solidFill>
              <a:latin typeface="Noto Kufi Arabic"/>
              <a:cs typeface="B Nazanin" panose="00000400000000000000" pitchFamily="2" charset="-78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5151120" y="13240511"/>
            <a:ext cx="4998720" cy="2130827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 algn="just" rtl="1">
              <a:spcAft>
                <a:spcPts val="0"/>
              </a:spcAft>
            </a:pP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۴۰۹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خطا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اصلاح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شد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،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اما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۶۸</a:t>
            </a:r>
            <a:r>
              <a:rPr lang="fa-IR"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۴</a:t>
            </a:r>
            <a:r>
              <a:rPr lang="en-US"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پاسخ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درست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خراب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شد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؛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تراز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خالص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برابر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۲۷۵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پاسخ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درست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کمتر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4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بود</a:t>
            </a:r>
            <a:r>
              <a:rPr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.</a:t>
            </a:r>
          </a:p>
          <a:p>
            <a:pPr algn="just" rtl="1"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</a:t>
            </a:r>
            <a:r>
              <a:rPr lang="fa-I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با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دقت</a:t>
            </a:r>
            <a:r>
              <a:rPr lang="en-US" sz="2400" dirty="0">
                <a:cs typeface="B Nazanin" panose="00000400000000000000" pitchFamily="2" charset="-78"/>
              </a:rPr>
              <a:t> ۶۰٫۸٪ </a:t>
            </a:r>
            <a:r>
              <a:rPr lang="en-US" sz="2400" dirty="0" err="1">
                <a:cs typeface="B Nazanin" panose="00000400000000000000" pitchFamily="2" charset="-78"/>
              </a:rPr>
              <a:t>از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Bias-aware</a:t>
            </a:r>
            <a:r>
              <a:rPr lang="fa-I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با</a:t>
            </a:r>
            <a:r>
              <a:rPr lang="en-US" sz="2400" dirty="0">
                <a:cs typeface="B Nazanin" panose="00000400000000000000" pitchFamily="2" charset="-78"/>
              </a:rPr>
              <a:t> ۵۸٫۱٪ </a:t>
            </a:r>
            <a:r>
              <a:rPr lang="en-US" sz="2400" dirty="0" err="1">
                <a:cs typeface="B Nazanin" panose="00000400000000000000" pitchFamily="2" charset="-78"/>
              </a:rPr>
              <a:t>بهتر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بود</a:t>
            </a:r>
            <a:r>
              <a:rPr lang="en-US" sz="2400" dirty="0">
                <a:cs typeface="B Nazanin" panose="00000400000000000000" pitchFamily="2" charset="-78"/>
              </a:rPr>
              <a:t> و </a:t>
            </a:r>
            <a:r>
              <a:rPr lang="en-US" sz="2400" dirty="0" err="1">
                <a:cs typeface="B Nazanin" panose="00000400000000000000" pitchFamily="2" charset="-78"/>
              </a:rPr>
              <a:t>این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تفاوت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در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آزمون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مکنمار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معنادار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en-US" sz="2400" dirty="0" err="1">
                <a:cs typeface="B Nazanin" panose="00000400000000000000" pitchFamily="2" charset="-78"/>
              </a:rPr>
              <a:t>بود</a:t>
            </a:r>
            <a:r>
              <a:rPr lang="fa-IR" sz="2400" dirty="0">
                <a:cs typeface="B Nazanin" panose="00000400000000000000" pitchFamily="2" charset="-78"/>
              </a:rPr>
              <a:t>.</a:t>
            </a:r>
            <a:endParaRPr lang="en-US" sz="2400" dirty="0">
              <a:cs typeface="B Nazanin" panose="00000400000000000000" pitchFamily="2" charset="-78"/>
            </a:endParaRPr>
          </a:p>
          <a:p>
            <a:pPr rtl="1">
              <a:spcAft>
                <a:spcPts val="0"/>
              </a:spcAft>
            </a:pPr>
            <a:r>
              <a:rPr lang="fa-IR" sz="2400" dirty="0">
                <a:cs typeface="B Nazanin" panose="00000400000000000000" pitchFamily="2" charset="-78"/>
              </a:rPr>
              <a:t> </a:t>
            </a:r>
            <a:r>
              <a:rPr lang="fa-I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p&lt;0.001</a:t>
            </a:r>
            <a:r>
              <a:rPr lang="fa-I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sz="2400" b="0" dirty="0">
              <a:solidFill>
                <a:srgbClr val="2C12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Rectangle 158"/>
          <p:cNvSpPr/>
          <p:nvPr/>
        </p:nvSpPr>
        <p:spPr>
          <a:xfrm>
            <a:off x="822960" y="15563088"/>
            <a:ext cx="9372600" cy="18288"/>
          </a:xfrm>
          <a:prstGeom prst="rect">
            <a:avLst/>
          </a:prstGeom>
          <a:solidFill>
            <a:srgbClr val="E2DAEB"/>
          </a:solidFill>
          <a:ln>
            <a:solidFill>
              <a:srgbClr val="E2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cs typeface="B Nazanin" panose="00000400000000000000" pitchFamily="2" charset="-78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9921240" y="15764255"/>
            <a:ext cx="411480" cy="411480"/>
          </a:xfrm>
          <a:prstGeom prst="roundRect">
            <a:avLst/>
          </a:prstGeom>
          <a:solidFill>
            <a:srgbClr val="642270"/>
          </a:solidFill>
          <a:ln w="13970">
            <a:solidFill>
              <a:srgbClr val="642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cs typeface="B Nazanin" panose="00000400000000000000" pitchFamily="2" charset="-78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9921240" y="15782543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Kufi Arabic"/>
                <a:cs typeface="B Nazanin" panose="00000400000000000000" pitchFamily="2" charset="-78"/>
              </a:rPr>
              <a:t>۳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60120" y="15709392"/>
            <a:ext cx="882396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24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تغییر</a:t>
            </a:r>
            <a:r>
              <a:rPr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جهت</a:t>
            </a:r>
            <a:r>
              <a:rPr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تصمیم</a:t>
            </a:r>
            <a:r>
              <a:rPr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به</a:t>
            </a:r>
            <a:r>
              <a:rPr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سوی</a:t>
            </a:r>
            <a:r>
              <a:rPr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پذیرش</a:t>
            </a:r>
            <a:endParaRPr sz="2400" b="1" dirty="0">
              <a:solidFill>
                <a:srgbClr val="2C1237"/>
              </a:solidFill>
              <a:latin typeface="Noto Kufi Arabic"/>
              <a:cs typeface="B Nazanin" panose="00000400000000000000" pitchFamily="2" charset="-78"/>
            </a:endParaRPr>
          </a:p>
        </p:txBody>
      </p:sp>
      <p:pic>
        <p:nvPicPr>
          <p:cNvPr id="163" name="Picture 162" descr="shif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" y="16111728"/>
            <a:ext cx="4160520" cy="1874519"/>
          </a:xfrm>
          <a:prstGeom prst="rect">
            <a:avLst/>
          </a:prstGeom>
        </p:spPr>
      </p:pic>
      <p:pic>
        <p:nvPicPr>
          <p:cNvPr id="164" name="Picture 163" descr="fore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1808" y="16111728"/>
            <a:ext cx="4754880" cy="1874519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868680" y="17903952"/>
            <a:ext cx="9281160" cy="1315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 rtl="1">
              <a:spcAft>
                <a:spcPts val="0"/>
              </a:spcAft>
            </a:pPr>
            <a:r>
              <a:rPr lang="en-US" sz="2000" dirty="0" err="1">
                <a:cs typeface="B Nazanin" panose="00000400000000000000" pitchFamily="2" charset="-78"/>
              </a:rPr>
              <a:t>پس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en-US" sz="2000" dirty="0" err="1">
                <a:cs typeface="B Nazanin" panose="00000400000000000000" pitchFamily="2" charset="-78"/>
              </a:rPr>
              <a:t>از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en-US" sz="2000" dirty="0" err="1">
                <a:cs typeface="B Nazanin" panose="00000400000000000000" pitchFamily="2" charset="-78"/>
              </a:rPr>
              <a:t>مداخله</a:t>
            </a:r>
            <a:r>
              <a:rPr lang="fa-IR" sz="2000" dirty="0">
                <a:cs typeface="B Nazanin" panose="00000400000000000000" pitchFamily="2" charset="-78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Bias-aware</a:t>
            </a:r>
            <a:r>
              <a:rPr lang="en-US" sz="2000" dirty="0">
                <a:cs typeface="B Nazanin" panose="00000400000000000000" pitchFamily="2" charset="-78"/>
              </a:rPr>
              <a:t>، </a:t>
            </a:r>
            <a:r>
              <a:rPr lang="en-US" sz="2000" dirty="0" err="1">
                <a:cs typeface="B Nazanin" panose="00000400000000000000" pitchFamily="2" charset="-78"/>
              </a:rPr>
              <a:t>سهم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en-US" sz="2000" dirty="0" err="1">
                <a:cs typeface="B Nazanin" panose="00000400000000000000" pitchFamily="2" charset="-78"/>
              </a:rPr>
              <a:t>پیش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en-US" sz="2000" dirty="0" err="1">
                <a:cs typeface="B Nazanin" panose="00000400000000000000" pitchFamily="2" charset="-78"/>
              </a:rPr>
              <a:t>بینی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en-US" sz="2000" dirty="0" err="1">
                <a:cs typeface="B Nazanin" panose="00000400000000000000" pitchFamily="2" charset="-78"/>
              </a:rPr>
              <a:t>های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Supported</a:t>
            </a:r>
            <a:r>
              <a:rPr lang="fa-I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B Nazanin" panose="00000400000000000000" pitchFamily="2" charset="-78"/>
              </a:rPr>
              <a:t>حدود</a:t>
            </a:r>
            <a:r>
              <a:rPr lang="en-US" sz="2000" dirty="0">
                <a:cs typeface="B Nazanin" panose="00000400000000000000" pitchFamily="2" charset="-78"/>
              </a:rPr>
              <a:t> ۹٫۶ </a:t>
            </a:r>
            <a:r>
              <a:rPr lang="en-US" sz="2000" dirty="0" err="1">
                <a:cs typeface="B Nazanin" panose="00000400000000000000" pitchFamily="2" charset="-78"/>
              </a:rPr>
              <a:t>واحد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en-US" sz="2000" dirty="0" err="1">
                <a:cs typeface="B Nazanin" panose="00000400000000000000" pitchFamily="2" charset="-78"/>
              </a:rPr>
              <a:t>درصد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en-US" sz="2000" dirty="0" err="1">
                <a:cs typeface="B Nazanin" panose="00000400000000000000" pitchFamily="2" charset="-78"/>
              </a:rPr>
              <a:t>افزایش</a:t>
            </a:r>
            <a:r>
              <a:rPr lang="en-US" sz="2000" dirty="0">
                <a:cs typeface="B Nazanin" panose="00000400000000000000" pitchFamily="2" charset="-78"/>
              </a:rPr>
              <a:t> و </a:t>
            </a:r>
            <a:r>
              <a:rPr lang="en-US" sz="2000" dirty="0" err="1">
                <a:cs typeface="B Nazanin" panose="00000400000000000000" pitchFamily="2" charset="-78"/>
              </a:rPr>
              <a:t>سهم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Refuted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en-US" sz="2000" dirty="0" err="1">
                <a:cs typeface="B Nazanin" panose="00000400000000000000" pitchFamily="2" charset="-78"/>
              </a:rPr>
              <a:t>حدود</a:t>
            </a:r>
            <a:r>
              <a:rPr lang="en-US" sz="2000" dirty="0">
                <a:cs typeface="B Nazanin" panose="00000400000000000000" pitchFamily="2" charset="-78"/>
              </a:rPr>
              <a:t> ۷٫۴ </a:t>
            </a:r>
            <a:r>
              <a:rPr lang="en-US" sz="2000" dirty="0" err="1">
                <a:cs typeface="B Nazanin" panose="00000400000000000000" pitchFamily="2" charset="-78"/>
              </a:rPr>
              <a:t>واحد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en-US" sz="2000" dirty="0" err="1">
                <a:cs typeface="B Nazanin" panose="00000400000000000000" pitchFamily="2" charset="-78"/>
              </a:rPr>
              <a:t>درصد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en-US" sz="2000" dirty="0" err="1">
                <a:cs typeface="B Nazanin" panose="00000400000000000000" pitchFamily="2" charset="-78"/>
              </a:rPr>
              <a:t>کاهش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en-US" sz="2000" dirty="0" err="1">
                <a:cs typeface="B Nazanin" panose="00000400000000000000" pitchFamily="2" charset="-78"/>
              </a:rPr>
              <a:t>یافت</a:t>
            </a:r>
            <a:r>
              <a:rPr lang="fa-IR" sz="2000" dirty="0">
                <a:cs typeface="B Nazanin" panose="00000400000000000000" pitchFamily="2" charset="-78"/>
              </a:rPr>
              <a:t>.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en-US" sz="2000" dirty="0" err="1">
                <a:cs typeface="B Nazanin" panose="00000400000000000000" pitchFamily="2" charset="-78"/>
              </a:rPr>
              <a:t>با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en-US" sz="2000" dirty="0" err="1">
                <a:cs typeface="B Nazanin" panose="00000400000000000000" pitchFamily="2" charset="-78"/>
              </a:rPr>
              <a:t>این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en-US" sz="2000" dirty="0" err="1">
                <a:cs typeface="B Nazanin" panose="00000400000000000000" pitchFamily="2" charset="-78"/>
              </a:rPr>
              <a:t>حال</a:t>
            </a:r>
            <a:r>
              <a:rPr lang="en-US" sz="2000" dirty="0">
                <a:cs typeface="B Nazanin" panose="00000400000000000000" pitchFamily="2" charset="-78"/>
              </a:rPr>
              <a:t>، </a:t>
            </a:r>
            <a:r>
              <a:rPr lang="en-US" sz="2000" dirty="0" err="1">
                <a:cs typeface="B Nazanin" panose="00000400000000000000" pitchFamily="2" charset="-78"/>
              </a:rPr>
              <a:t>پس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en-US" sz="2000" dirty="0" err="1">
                <a:cs typeface="B Nazanin" panose="00000400000000000000" pitchFamily="2" charset="-78"/>
              </a:rPr>
              <a:t>از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en-US" sz="2000" dirty="0" err="1">
                <a:cs typeface="B Nazanin" panose="00000400000000000000" pitchFamily="2" charset="-78"/>
              </a:rPr>
              <a:t>تصحیح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Holm</a:t>
            </a:r>
            <a:r>
              <a:rPr lang="fa-IR" sz="2000" dirty="0">
                <a:latin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lang="en-US" sz="2000" dirty="0" err="1">
                <a:cs typeface="B Nazanin" panose="00000400000000000000" pitchFamily="2" charset="-78"/>
              </a:rPr>
              <a:t>فقط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en-US" sz="2000" dirty="0" err="1">
                <a:cs typeface="B Nazanin" panose="00000400000000000000" pitchFamily="2" charset="-78"/>
              </a:rPr>
              <a:t>اثر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Bias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Blind Spot </a:t>
            </a:r>
            <a:r>
              <a:rPr lang="fa-I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B Nazanin" panose="00000400000000000000" pitchFamily="2" charset="-78"/>
              </a:rPr>
              <a:t>و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fa-IR" sz="2000" dirty="0">
                <a:cs typeface="B Nazanin" panose="00000400000000000000" pitchFamily="2" charset="-78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fa-IR" sz="2000" dirty="0">
                <a:cs typeface="B Nazanin" panose="00000400000000000000" pitchFamily="2" charset="-78"/>
              </a:rPr>
              <a:t> </a:t>
            </a:r>
            <a:r>
              <a:rPr lang="en-US" sz="2000" dirty="0" err="1">
                <a:cs typeface="B Nazanin" panose="00000400000000000000" pitchFamily="2" charset="-78"/>
              </a:rPr>
              <a:t>معنادار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en-US" sz="2000" dirty="0" err="1">
                <a:cs typeface="B Nazanin" panose="00000400000000000000" pitchFamily="2" charset="-78"/>
              </a:rPr>
              <a:t>باقی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en-US" sz="2000" dirty="0" err="1">
                <a:cs typeface="B Nazanin" panose="00000400000000000000" pitchFamily="2" charset="-78"/>
              </a:rPr>
              <a:t>ماند</a:t>
            </a:r>
            <a:r>
              <a:rPr lang="en-US" sz="2000" dirty="0">
                <a:cs typeface="B Nazanin" panose="00000400000000000000" pitchFamily="2" charset="-78"/>
              </a:rPr>
              <a:t> و </a:t>
            </a:r>
            <a:r>
              <a:rPr lang="en-US" sz="2000" dirty="0" err="1">
                <a:cs typeface="B Nazanin" panose="00000400000000000000" pitchFamily="2" charset="-78"/>
              </a:rPr>
              <a:t>هر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en-US" sz="2000" dirty="0" err="1">
                <a:cs typeface="B Nazanin" panose="00000400000000000000" pitchFamily="2" charset="-78"/>
              </a:rPr>
              <a:t>دو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en-US" sz="2000" dirty="0" err="1">
                <a:cs typeface="B Nazanin" panose="00000400000000000000" pitchFamily="2" charset="-78"/>
              </a:rPr>
              <a:t>باعث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en-US" sz="2000" dirty="0" err="1">
                <a:cs typeface="B Nazanin" panose="00000400000000000000" pitchFamily="2" charset="-78"/>
              </a:rPr>
              <a:t>کاهش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en-US" sz="2000" dirty="0" err="1">
                <a:cs typeface="B Nazanin" panose="00000400000000000000" pitchFamily="2" charset="-78"/>
              </a:rPr>
              <a:t>دقت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en-US" sz="2000" dirty="0" err="1">
                <a:cs typeface="B Nazanin" panose="00000400000000000000" pitchFamily="2" charset="-78"/>
              </a:rPr>
              <a:t>شدند</a:t>
            </a:r>
            <a:r>
              <a:rPr lang="en-US" sz="2000" dirty="0">
                <a:cs typeface="B Nazanin" panose="00000400000000000000" pitchFamily="2" charset="-78"/>
              </a:rPr>
              <a:t>.</a:t>
            </a:r>
            <a:endParaRPr sz="2000" b="1" dirty="0">
              <a:solidFill>
                <a:srgbClr val="2C1237"/>
              </a:solidFill>
              <a:latin typeface="Noto Naskh Arabic"/>
              <a:cs typeface="B Nazanin" panose="00000400000000000000" pitchFamily="2" charset="-78"/>
            </a:endParaRPr>
          </a:p>
        </p:txBody>
      </p:sp>
      <p:sp>
        <p:nvSpPr>
          <p:cNvPr id="167" name="Rounded Rectangle 166"/>
          <p:cNvSpPr/>
          <p:nvPr/>
        </p:nvSpPr>
        <p:spPr>
          <a:xfrm>
            <a:off x="883920" y="20516088"/>
            <a:ext cx="4526280" cy="1216152"/>
          </a:xfrm>
          <a:prstGeom prst="roundRect">
            <a:avLst/>
          </a:prstGeom>
          <a:solidFill>
            <a:srgbClr val="E8F7FF"/>
          </a:solidFill>
          <a:ln w="13970">
            <a:solidFill>
              <a:srgbClr val="DAC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cs typeface="B Nazanin" panose="00000400000000000000" pitchFamily="2" charset="-78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975360" y="20570951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lang="fa-IR"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2</a:t>
            </a:r>
            <a:r>
              <a:rPr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. </a:t>
            </a:r>
            <a:r>
              <a:rPr sz="24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تازگی</a:t>
            </a:r>
            <a:r>
              <a:rPr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زمانی</a:t>
            </a:r>
            <a:r>
              <a:rPr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≠ </a:t>
            </a:r>
            <a:r>
              <a:rPr sz="24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دشواری</a:t>
            </a:r>
            <a:endParaRPr sz="2400" b="1" dirty="0">
              <a:solidFill>
                <a:srgbClr val="2C1237"/>
              </a:solidFill>
              <a:latin typeface="Noto Kufi Arabic"/>
              <a:cs typeface="B Nazanin" panose="00000400000000000000" pitchFamily="2" charset="-78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1021080" y="20900136"/>
            <a:ext cx="4251960" cy="6675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تاریخ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انتشار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به‌تنهایی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دشواری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ادعا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را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تعیین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نمی‌کند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؛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ترکیب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دامنه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،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برچسب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و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مدل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مهم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است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.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5611368" y="20516088"/>
            <a:ext cx="4526280" cy="1216152"/>
          </a:xfrm>
          <a:prstGeom prst="roundRect">
            <a:avLst/>
          </a:prstGeom>
          <a:solidFill>
            <a:srgbClr val="F4E9FA"/>
          </a:solidFill>
          <a:ln w="13970">
            <a:solidFill>
              <a:srgbClr val="DAC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cs typeface="B Nazanin" panose="00000400000000000000" pitchFamily="2" charset="-78"/>
            </a:endParaRPr>
          </a:p>
        </p:txBody>
      </p:sp>
      <p:sp>
        <p:nvSpPr>
          <p:cNvPr id="171" name="TextBox 170"/>
          <p:cNvSpPr txBox="1"/>
          <p:nvPr/>
        </p:nvSpPr>
        <p:spPr>
          <a:xfrm>
            <a:off x="5702807" y="20570951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lang="fa-IR"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1</a:t>
            </a:r>
            <a:r>
              <a:rPr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. </a:t>
            </a:r>
            <a:r>
              <a:rPr sz="24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ناوردایی</a:t>
            </a:r>
            <a:r>
              <a:rPr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زمانی</a:t>
            </a:r>
            <a:r>
              <a:rPr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≠ </a:t>
            </a:r>
            <a:r>
              <a:rPr sz="24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توانمندی</a:t>
            </a:r>
            <a:r>
              <a:rPr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زمانی</a:t>
            </a:r>
            <a:endParaRPr sz="2400" b="1" dirty="0">
              <a:solidFill>
                <a:srgbClr val="2C1237"/>
              </a:solidFill>
              <a:latin typeface="Noto Kufi Arabic"/>
              <a:cs typeface="B Nazanin" panose="00000400000000000000" pitchFamily="2" charset="-78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5748528" y="20900136"/>
            <a:ext cx="4251960" cy="6675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شکاف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کوچک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فقط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وقتی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ارزشمند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است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که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سطح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دقت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نیز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بالا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باشد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؛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عملکرد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مشابهِ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ضعیف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کافی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نیست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.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883920" y="21915120"/>
            <a:ext cx="4526280" cy="1216152"/>
          </a:xfrm>
          <a:prstGeom prst="roundRect">
            <a:avLst/>
          </a:prstGeom>
          <a:solidFill>
            <a:srgbClr val="FCE7F5"/>
          </a:solidFill>
          <a:ln w="13970">
            <a:solidFill>
              <a:srgbClr val="DAC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cs typeface="B Nazanin" panose="00000400000000000000" pitchFamily="2" charset="-78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975360" y="21969984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lang="fa-IR"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4</a:t>
            </a:r>
            <a:r>
              <a:rPr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. </a:t>
            </a:r>
            <a:r>
              <a:rPr sz="24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رفع</a:t>
            </a:r>
            <a:r>
              <a:rPr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سوگیری</a:t>
            </a:r>
            <a:r>
              <a:rPr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می‌تواند</a:t>
            </a:r>
            <a:r>
              <a:rPr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سوگیری</a:t>
            </a:r>
            <a:r>
              <a:rPr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بسازد</a:t>
            </a:r>
            <a:endParaRPr sz="2400" b="1" dirty="0">
              <a:solidFill>
                <a:srgbClr val="2C1237"/>
              </a:solidFill>
              <a:latin typeface="Noto Kufi Arabic"/>
              <a:cs typeface="B Nazanin" panose="00000400000000000000" pitchFamily="2" charset="-78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1021080" y="22299168"/>
            <a:ext cx="4251960" cy="6675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مداخله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شناختی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،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پذیرش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ادعاها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را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بیشتر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کرد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،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بدون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آنکه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دقت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کلی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را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بهبود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دهد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.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5611368" y="21915120"/>
            <a:ext cx="4526280" cy="1216152"/>
          </a:xfrm>
          <a:prstGeom prst="roundRect">
            <a:avLst/>
          </a:prstGeom>
          <a:solidFill>
            <a:srgbClr val="E7F8E8"/>
          </a:solidFill>
          <a:ln w="13970">
            <a:solidFill>
              <a:srgbClr val="DAC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cs typeface="B Nazanin" panose="00000400000000000000" pitchFamily="2" charset="-78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5702807" y="21969984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lang="fa-IR"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3</a:t>
            </a:r>
            <a:r>
              <a:rPr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. </a:t>
            </a:r>
            <a:r>
              <a:rPr sz="24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دقت</a:t>
            </a:r>
            <a:r>
              <a:rPr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آشکارساز</a:t>
            </a:r>
            <a:r>
              <a:rPr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≠ </a:t>
            </a:r>
            <a:r>
              <a:rPr sz="24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سود</a:t>
            </a:r>
            <a:r>
              <a:rPr sz="2400" b="1" dirty="0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2C1237"/>
                </a:solidFill>
                <a:latin typeface="Noto Kufi Arabic"/>
                <a:cs typeface="B Nazanin" panose="00000400000000000000" pitchFamily="2" charset="-78"/>
              </a:rPr>
              <a:t>مداخله</a:t>
            </a:r>
            <a:endParaRPr sz="2400" b="1" dirty="0">
              <a:solidFill>
                <a:srgbClr val="2C1237"/>
              </a:solidFill>
              <a:latin typeface="Noto Kufi Arabic"/>
              <a:cs typeface="B Nazanin" panose="00000400000000000000" pitchFamily="2" charset="-78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5748528" y="22299168"/>
            <a:ext cx="4251960" cy="6675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تشخیص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نشانه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و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انتخاب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مداخله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مفید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دو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مسئله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متفاوت‌اند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؛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انتقال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خطا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باید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سنجیده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2000" b="0" dirty="0" err="1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شود</a:t>
            </a:r>
            <a:r>
              <a:rPr sz="20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.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777239" y="23305834"/>
            <a:ext cx="9491471" cy="1703006"/>
          </a:xfrm>
          <a:prstGeom prst="roundRect">
            <a:avLst/>
          </a:prstGeom>
          <a:solidFill>
            <a:srgbClr val="F8F8FE"/>
          </a:solidFill>
          <a:ln w="13970">
            <a:solidFill>
              <a:srgbClr val="DAC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cs typeface="B Nazanin" panose="00000400000000000000" pitchFamily="2" charset="-78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824818" y="23830714"/>
            <a:ext cx="9320449" cy="694944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 algn="r" rtl="1">
              <a:spcAft>
                <a:spcPts val="0"/>
              </a:spcAft>
            </a:pPr>
            <a:r>
              <a:rPr lang="en-US" sz="2000" b="0" dirty="0">
                <a:solidFill>
                  <a:srgbClr val="2C12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Oracle</a:t>
            </a:r>
            <a:r>
              <a:rPr lang="fa-IR" sz="2000" b="0" dirty="0">
                <a:solidFill>
                  <a:srgbClr val="2C12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lang="fa-IR"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با انتخاب بهترین روش برای هر نمونه، به دقت ۶۴٫۷٪ رسید که حدود ۳٫۹ واحد درصد بهتر از</a:t>
            </a:r>
            <a:r>
              <a:rPr lang="en-US" sz="2000" b="0" dirty="0">
                <a:solidFill>
                  <a:srgbClr val="2C12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</a:t>
            </a:r>
            <a:r>
              <a:rPr lang="fa-IR" sz="2000" b="0" dirty="0">
                <a:solidFill>
                  <a:srgbClr val="2C12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lang="fa-IR"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بود. این نتیجه نشان می دهد دو روش می توانند مکمل یکدیگر باشند، اما چنین انتخابی در عمل قابل اجرا نیست. بنابراین، </a:t>
            </a:r>
            <a:r>
              <a:rPr lang="en-US" sz="2000" b="0" dirty="0">
                <a:solidFill>
                  <a:srgbClr val="2C12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</a:t>
            </a:r>
            <a:r>
              <a:rPr lang="fa-IR" sz="2000" b="0" dirty="0">
                <a:solidFill>
                  <a:srgbClr val="2C12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a-IR"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گزینه مناسب تری به عنوان خط پایه است و استفاده از  </a:t>
            </a:r>
            <a:r>
              <a:rPr lang="en-US" sz="2000" b="0" dirty="0">
                <a:solidFill>
                  <a:srgbClr val="2C12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Bias-aware</a:t>
            </a:r>
            <a:r>
              <a:rPr lang="fa-IR" sz="2000" b="0" dirty="0">
                <a:solidFill>
                  <a:srgbClr val="2C12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lang="fa-IR" sz="2400" b="0" dirty="0">
                <a:solidFill>
                  <a:srgbClr val="2C1237"/>
                </a:solidFill>
                <a:latin typeface="Noto Naskh Arabic"/>
                <a:cs typeface="B Nazanin" panose="00000400000000000000" pitchFamily="2" charset="-78"/>
              </a:rPr>
              <a:t>بهتر است فقط به صورت انتخابی در مواردی که احتمال سود آن بیشتر است انجام شود.</a:t>
            </a:r>
            <a:endParaRPr sz="2400" b="0" dirty="0">
              <a:solidFill>
                <a:srgbClr val="2C1237"/>
              </a:solidFill>
              <a:latin typeface="Noto Naskh Arabic"/>
              <a:cs typeface="B Nazanin" panose="00000400000000000000" pitchFamily="2" charset="-78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978407" y="25053276"/>
            <a:ext cx="93268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1400" b="1" dirty="0" err="1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محدودیت</a:t>
            </a:r>
            <a:r>
              <a:rPr sz="1400" b="1" dirty="0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: </a:t>
            </a:r>
            <a:r>
              <a:rPr sz="1400" b="1" dirty="0" err="1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یافته‌ها</a:t>
            </a:r>
            <a:r>
              <a:rPr sz="1400" b="1" dirty="0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1400" b="1" dirty="0" err="1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به</a:t>
            </a:r>
            <a:r>
              <a:rPr sz="1400" b="1" dirty="0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1400" b="1" dirty="0" err="1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داده‌ها</a:t>
            </a:r>
            <a:r>
              <a:rPr sz="1400" b="1" dirty="0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 و </a:t>
            </a:r>
            <a:r>
              <a:rPr sz="1400" b="1" dirty="0" err="1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پرامپت</a:t>
            </a:r>
            <a:r>
              <a:rPr sz="1400" b="1" dirty="0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1400" b="1" dirty="0" err="1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بررسی‌شده</a:t>
            </a:r>
            <a:r>
              <a:rPr sz="1400" b="1" dirty="0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1400" b="1" dirty="0" err="1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محدودند</a:t>
            </a:r>
            <a:r>
              <a:rPr sz="1400" b="1" dirty="0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 و </a:t>
            </a:r>
            <a:r>
              <a:rPr sz="1400" b="1" dirty="0" err="1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منشأ</a:t>
            </a:r>
            <a:r>
              <a:rPr sz="1400" b="1" dirty="0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1400" b="1" dirty="0" err="1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مکانیزمی</a:t>
            </a:r>
            <a:r>
              <a:rPr sz="1400" b="1" dirty="0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1400" b="1" dirty="0" err="1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تغییر</a:t>
            </a:r>
            <a:r>
              <a:rPr sz="1400" b="1" dirty="0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1400" b="1" dirty="0" err="1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تصمیم</a:t>
            </a:r>
            <a:r>
              <a:rPr sz="1400" b="1" dirty="0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1400" b="1" dirty="0" err="1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بدون</a:t>
            </a:r>
            <a:r>
              <a:rPr sz="1400" b="1" dirty="0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1400" b="1" dirty="0" err="1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دسترسی</a:t>
            </a:r>
            <a:r>
              <a:rPr sz="1400" b="1" dirty="0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1400" b="1" dirty="0" err="1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به</a:t>
            </a:r>
            <a:r>
              <a:rPr sz="1400" b="1" dirty="0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1400" b="1" dirty="0" err="1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حالت‌های</a:t>
            </a:r>
            <a:r>
              <a:rPr sz="1400" b="1" dirty="0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1400" b="1" dirty="0" err="1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درونی</a:t>
            </a:r>
            <a:r>
              <a:rPr sz="1400" b="1" dirty="0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1400" b="1" dirty="0" err="1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مدل</a:t>
            </a:r>
            <a:r>
              <a:rPr sz="1400" b="1" dirty="0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1400" b="1" dirty="0" err="1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روشن</a:t>
            </a:r>
            <a:r>
              <a:rPr sz="1400" b="1" dirty="0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1400" b="1" dirty="0" err="1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نیست</a:t>
            </a:r>
            <a:r>
              <a:rPr sz="1400" b="1" dirty="0">
                <a:solidFill>
                  <a:srgbClr val="78223C"/>
                </a:solidFill>
                <a:latin typeface="Noto Naskh Arabic"/>
                <a:cs typeface="B Nazanin" panose="00000400000000000000" pitchFamily="2" charset="-78"/>
              </a:rPr>
              <a:t>.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866716" y="26822400"/>
            <a:ext cx="9326880" cy="1544828"/>
          </a:xfrm>
          <a:prstGeom prst="rect">
            <a:avLst/>
          </a:prstGeom>
          <a:noFill/>
        </p:spPr>
        <p:txBody>
          <a:bodyPr wrap="square" lIns="9144" tIns="9144" rIns="9144" bIns="9144" anchor="t">
            <a:noAutofit/>
          </a:bodyPr>
          <a:lstStyle/>
          <a:p>
            <a:pPr algn="l" rtl="1">
              <a:spcAft>
                <a:spcPts val="0"/>
              </a:spcAft>
            </a:pPr>
            <a:r>
              <a:rPr sz="1100" b="0" dirty="0">
                <a:solidFill>
                  <a:srgbClr val="2C1237"/>
                </a:solidFill>
                <a:latin typeface="DejaVu Sans"/>
                <a:cs typeface="B Nazanin" panose="00000400000000000000" pitchFamily="2" charset="-78"/>
              </a:rPr>
              <a:t>[1] Z. Xie et al., “</a:t>
            </a:r>
            <a:r>
              <a:rPr sz="1100" b="0" dirty="0" err="1">
                <a:solidFill>
                  <a:srgbClr val="2C1237"/>
                </a:solidFill>
                <a:latin typeface="DejaVu Sans"/>
                <a:cs typeface="B Nazanin" panose="00000400000000000000" pitchFamily="2" charset="-78"/>
              </a:rPr>
              <a:t>MindScope</a:t>
            </a:r>
            <a:r>
              <a:rPr sz="1100" b="0" dirty="0">
                <a:solidFill>
                  <a:srgbClr val="2C1237"/>
                </a:solidFill>
                <a:latin typeface="DejaVu Sans"/>
                <a:cs typeface="B Nazanin" panose="00000400000000000000" pitchFamily="2" charset="-78"/>
              </a:rPr>
              <a:t>: Exploring cognitive biases in large language models through multi-agent systems,” Frontiers in Artificial Intelligence and Applications, 2024.</a:t>
            </a:r>
          </a:p>
          <a:p>
            <a:pPr algn="l" rtl="1">
              <a:spcAft>
                <a:spcPts val="0"/>
              </a:spcAft>
            </a:pPr>
            <a:r>
              <a:rPr sz="1100" b="0" dirty="0">
                <a:solidFill>
                  <a:srgbClr val="2C1237"/>
                </a:solidFill>
                <a:latin typeface="DejaVu Sans"/>
                <a:cs typeface="B Nazanin" panose="00000400000000000000" pitchFamily="2" charset="-78"/>
              </a:rPr>
              <a:t>[2] P. He, J. Gao, and W. Chen, “DeBERTaV3: Improving </a:t>
            </a:r>
            <a:r>
              <a:rPr sz="1100" b="0" dirty="0" err="1">
                <a:solidFill>
                  <a:srgbClr val="2C1237"/>
                </a:solidFill>
                <a:latin typeface="DejaVu Sans"/>
                <a:cs typeface="B Nazanin" panose="00000400000000000000" pitchFamily="2" charset="-78"/>
              </a:rPr>
              <a:t>DeBERTa</a:t>
            </a:r>
            <a:r>
              <a:rPr sz="1100" b="0" dirty="0">
                <a:solidFill>
                  <a:srgbClr val="2C1237"/>
                </a:solidFill>
                <a:latin typeface="DejaVu Sans"/>
                <a:cs typeface="B Nazanin" panose="00000400000000000000" pitchFamily="2" charset="-78"/>
              </a:rPr>
              <a:t> using ELECTRA-style pre-training with gradient-disentangled embedding sharing,” ICLR, 2023.</a:t>
            </a:r>
          </a:p>
          <a:p>
            <a:pPr algn="l" rtl="1">
              <a:spcAft>
                <a:spcPts val="0"/>
              </a:spcAft>
            </a:pPr>
            <a:r>
              <a:rPr sz="1100" b="0" dirty="0">
                <a:solidFill>
                  <a:srgbClr val="2C1237"/>
                </a:solidFill>
                <a:latin typeface="DejaVu Sans"/>
                <a:cs typeface="B Nazanin" panose="00000400000000000000" pitchFamily="2" charset="-78"/>
              </a:rPr>
              <a:t>[3] A. Tversky and D. Kahneman, “The framing of decisions and the psychology of choice,” Science, vol. 211, no. 4481, pp. 453–458, 1981.</a:t>
            </a:r>
          </a:p>
          <a:p>
            <a:pPr algn="l" rtl="1">
              <a:spcAft>
                <a:spcPts val="0"/>
              </a:spcAft>
            </a:pPr>
            <a:r>
              <a:rPr sz="1100" b="0" dirty="0">
                <a:solidFill>
                  <a:srgbClr val="2C1237"/>
                </a:solidFill>
                <a:latin typeface="DejaVu Sans"/>
                <a:cs typeface="B Nazanin" panose="00000400000000000000" pitchFamily="2" charset="-78"/>
              </a:rPr>
              <a:t>[4] J. Thorne et al., “FEVER: A Large-scale Dataset for Fact Extraction and </a:t>
            </a:r>
            <a:r>
              <a:rPr sz="1100" b="0" dirty="0" err="1">
                <a:solidFill>
                  <a:srgbClr val="2C1237"/>
                </a:solidFill>
                <a:latin typeface="DejaVu Sans"/>
                <a:cs typeface="B Nazanin" panose="00000400000000000000" pitchFamily="2" charset="-78"/>
              </a:rPr>
              <a:t>VERification</a:t>
            </a:r>
            <a:r>
              <a:rPr sz="1100" b="0" dirty="0">
                <a:solidFill>
                  <a:srgbClr val="2C1237"/>
                </a:solidFill>
                <a:latin typeface="DejaVu Sans"/>
                <a:cs typeface="B Nazanin" panose="00000400000000000000" pitchFamily="2" charset="-78"/>
              </a:rPr>
              <a:t>,” NAACL-HLT, 2018.</a:t>
            </a:r>
          </a:p>
          <a:p>
            <a:pPr algn="l" rtl="1">
              <a:spcAft>
                <a:spcPts val="0"/>
              </a:spcAft>
            </a:pPr>
            <a:r>
              <a:rPr sz="1100" b="0" dirty="0">
                <a:solidFill>
                  <a:srgbClr val="2C1237"/>
                </a:solidFill>
                <a:latin typeface="DejaVu Sans"/>
                <a:cs typeface="B Nazanin" panose="00000400000000000000" pitchFamily="2" charset="-78"/>
              </a:rPr>
              <a:t>[5] W. Y. Wang, “LIAR: A Benchmark Dataset for Fake News Detection,” ACL, 2017.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824818" y="28437840"/>
            <a:ext cx="9326880" cy="612648"/>
          </a:xfrm>
          <a:prstGeom prst="roundRect">
            <a:avLst/>
          </a:prstGeom>
          <a:solidFill>
            <a:srgbClr val="F8F8FE"/>
          </a:solidFill>
          <a:ln w="13970">
            <a:solidFill>
              <a:srgbClr val="DAC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cs typeface="B Nazanin" panose="00000400000000000000" pitchFamily="2" charset="-78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1005840" y="28492704"/>
            <a:ext cx="896112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rtl="1">
              <a:spcAft>
                <a:spcPts val="0"/>
              </a:spcAft>
            </a:pPr>
            <a:r>
              <a:rPr sz="1600" b="1" dirty="0" err="1">
                <a:solidFill>
                  <a:srgbClr val="642270"/>
                </a:solidFill>
                <a:latin typeface="Noto Naskh Arabic"/>
                <a:cs typeface="B Nazanin" panose="00000400000000000000" pitchFamily="2" charset="-78"/>
              </a:rPr>
              <a:t>کلیدواژه‌ها</a:t>
            </a:r>
            <a:r>
              <a:rPr sz="1600" b="1" dirty="0">
                <a:solidFill>
                  <a:srgbClr val="642270"/>
                </a:solidFill>
                <a:latin typeface="Noto Naskh Arabic"/>
                <a:cs typeface="B Nazanin" panose="00000400000000000000" pitchFamily="2" charset="-78"/>
              </a:rPr>
              <a:t>: </a:t>
            </a:r>
            <a:r>
              <a:rPr sz="1600" b="1" dirty="0" err="1">
                <a:solidFill>
                  <a:srgbClr val="642270"/>
                </a:solidFill>
                <a:latin typeface="Noto Naskh Arabic"/>
                <a:cs typeface="B Nazanin" panose="00000400000000000000" pitchFamily="2" charset="-78"/>
              </a:rPr>
              <a:t>حقیقت‌سنجی</a:t>
            </a:r>
            <a:r>
              <a:rPr sz="1600" b="1" dirty="0">
                <a:solidFill>
                  <a:srgbClr val="642270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1600" b="1" dirty="0" err="1">
                <a:solidFill>
                  <a:srgbClr val="642270"/>
                </a:solidFill>
                <a:latin typeface="Noto Naskh Arabic"/>
                <a:cs typeface="B Nazanin" panose="00000400000000000000" pitchFamily="2" charset="-78"/>
              </a:rPr>
              <a:t>خودکار</a:t>
            </a:r>
            <a:r>
              <a:rPr sz="1600" b="1" dirty="0">
                <a:solidFill>
                  <a:srgbClr val="642270"/>
                </a:solidFill>
                <a:latin typeface="Noto Naskh Arabic"/>
                <a:cs typeface="B Nazanin" panose="00000400000000000000" pitchFamily="2" charset="-78"/>
              </a:rPr>
              <a:t>، </a:t>
            </a:r>
            <a:r>
              <a:rPr sz="1600" b="1" dirty="0" err="1">
                <a:solidFill>
                  <a:srgbClr val="642270"/>
                </a:solidFill>
                <a:latin typeface="Noto Naskh Arabic"/>
                <a:cs typeface="B Nazanin" panose="00000400000000000000" pitchFamily="2" charset="-78"/>
              </a:rPr>
              <a:t>مدل</a:t>
            </a:r>
            <a:r>
              <a:rPr sz="1600" b="1" dirty="0">
                <a:solidFill>
                  <a:srgbClr val="642270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1600" b="1" dirty="0" err="1">
                <a:solidFill>
                  <a:srgbClr val="642270"/>
                </a:solidFill>
                <a:latin typeface="Noto Naskh Arabic"/>
                <a:cs typeface="B Nazanin" panose="00000400000000000000" pitchFamily="2" charset="-78"/>
              </a:rPr>
              <a:t>زبانی</a:t>
            </a:r>
            <a:r>
              <a:rPr sz="1600" b="1" dirty="0">
                <a:solidFill>
                  <a:srgbClr val="642270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1600" b="1" dirty="0" err="1">
                <a:solidFill>
                  <a:srgbClr val="642270"/>
                </a:solidFill>
                <a:latin typeface="Noto Naskh Arabic"/>
                <a:cs typeface="B Nazanin" panose="00000400000000000000" pitchFamily="2" charset="-78"/>
              </a:rPr>
              <a:t>بزرگ</a:t>
            </a:r>
            <a:r>
              <a:rPr sz="1600" b="1" dirty="0">
                <a:solidFill>
                  <a:srgbClr val="642270"/>
                </a:solidFill>
                <a:latin typeface="Noto Naskh Arabic"/>
                <a:cs typeface="B Nazanin" panose="00000400000000000000" pitchFamily="2" charset="-78"/>
              </a:rPr>
              <a:t>، </a:t>
            </a:r>
            <a:r>
              <a:rPr sz="1600" b="1" dirty="0" err="1">
                <a:solidFill>
                  <a:srgbClr val="642270"/>
                </a:solidFill>
                <a:latin typeface="Noto Naskh Arabic"/>
                <a:cs typeface="B Nazanin" panose="00000400000000000000" pitchFamily="2" charset="-78"/>
              </a:rPr>
              <a:t>تعمیم</a:t>
            </a:r>
            <a:r>
              <a:rPr sz="1600" b="1" dirty="0">
                <a:solidFill>
                  <a:srgbClr val="642270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1600" b="1" dirty="0" err="1">
                <a:solidFill>
                  <a:srgbClr val="642270"/>
                </a:solidFill>
                <a:latin typeface="Noto Naskh Arabic"/>
                <a:cs typeface="B Nazanin" panose="00000400000000000000" pitchFamily="2" charset="-78"/>
              </a:rPr>
              <a:t>زمانی</a:t>
            </a:r>
            <a:r>
              <a:rPr sz="1600" b="1" dirty="0">
                <a:solidFill>
                  <a:srgbClr val="642270"/>
                </a:solidFill>
                <a:latin typeface="Noto Naskh Arabic"/>
                <a:cs typeface="B Nazanin" panose="00000400000000000000" pitchFamily="2" charset="-78"/>
              </a:rPr>
              <a:t>، </a:t>
            </a:r>
            <a:r>
              <a:rPr sz="1600" b="1" dirty="0" err="1">
                <a:solidFill>
                  <a:srgbClr val="642270"/>
                </a:solidFill>
                <a:latin typeface="Noto Naskh Arabic"/>
                <a:cs typeface="B Nazanin" panose="00000400000000000000" pitchFamily="2" charset="-78"/>
              </a:rPr>
              <a:t>ادعاهای</a:t>
            </a:r>
            <a:r>
              <a:rPr sz="1600" b="1" dirty="0">
                <a:solidFill>
                  <a:srgbClr val="642270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1600" b="1" dirty="0" err="1">
                <a:solidFill>
                  <a:srgbClr val="642270"/>
                </a:solidFill>
                <a:latin typeface="Noto Naskh Arabic"/>
                <a:cs typeface="B Nazanin" panose="00000400000000000000" pitchFamily="2" charset="-78"/>
              </a:rPr>
              <a:t>جدید</a:t>
            </a:r>
            <a:r>
              <a:rPr sz="1600" b="1" dirty="0">
                <a:solidFill>
                  <a:srgbClr val="642270"/>
                </a:solidFill>
                <a:latin typeface="Noto Naskh Arabic"/>
                <a:cs typeface="B Nazanin" panose="00000400000000000000" pitchFamily="2" charset="-78"/>
              </a:rPr>
              <a:t>، </a:t>
            </a:r>
            <a:r>
              <a:rPr sz="1600" b="1" dirty="0" err="1">
                <a:solidFill>
                  <a:srgbClr val="642270"/>
                </a:solidFill>
                <a:latin typeface="Noto Naskh Arabic"/>
                <a:cs typeface="B Nazanin" panose="00000400000000000000" pitchFamily="2" charset="-78"/>
              </a:rPr>
              <a:t>سوگیری</a:t>
            </a:r>
            <a:r>
              <a:rPr sz="1600" b="1" dirty="0">
                <a:solidFill>
                  <a:srgbClr val="642270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1600" b="1" dirty="0" err="1">
                <a:solidFill>
                  <a:srgbClr val="642270"/>
                </a:solidFill>
                <a:latin typeface="Noto Naskh Arabic"/>
                <a:cs typeface="B Nazanin" panose="00000400000000000000" pitchFamily="2" charset="-78"/>
              </a:rPr>
              <a:t>شناختی</a:t>
            </a:r>
            <a:r>
              <a:rPr sz="1600" b="1" dirty="0">
                <a:solidFill>
                  <a:srgbClr val="642270"/>
                </a:solidFill>
                <a:latin typeface="Noto Naskh Arabic"/>
                <a:cs typeface="B Nazanin" panose="00000400000000000000" pitchFamily="2" charset="-78"/>
              </a:rPr>
              <a:t>، </a:t>
            </a:r>
            <a:r>
              <a:rPr sz="1600" b="1" dirty="0" err="1">
                <a:solidFill>
                  <a:srgbClr val="642270"/>
                </a:solidFill>
                <a:latin typeface="Noto Naskh Arabic"/>
                <a:cs typeface="B Nazanin" panose="00000400000000000000" pitchFamily="2" charset="-78"/>
              </a:rPr>
              <a:t>مداخله</a:t>
            </a:r>
            <a:r>
              <a:rPr sz="1600" b="1" dirty="0">
                <a:solidFill>
                  <a:srgbClr val="642270"/>
                </a:solidFill>
                <a:latin typeface="Noto Naskh Arabic"/>
                <a:cs typeface="B Nazanin" panose="00000400000000000000" pitchFamily="2" charset="-78"/>
              </a:rPr>
              <a:t> </a:t>
            </a:r>
            <a:r>
              <a:rPr sz="1600" b="1" dirty="0" err="1">
                <a:solidFill>
                  <a:srgbClr val="642270"/>
                </a:solidFill>
                <a:latin typeface="Noto Naskh Arabic"/>
                <a:cs typeface="B Nazanin" panose="00000400000000000000" pitchFamily="2" charset="-78"/>
              </a:rPr>
              <a:t>پرامپتی</a:t>
            </a:r>
            <a:endParaRPr sz="1600" b="1" dirty="0">
              <a:solidFill>
                <a:srgbClr val="642270"/>
              </a:solidFill>
              <a:latin typeface="Noto Naskh Arabic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3064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3497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6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3497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6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3064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2724</TotalTime>
  <Words>1249</Words>
  <Application>Microsoft Office PowerPoint</Application>
  <PresentationFormat>Custom</PresentationFormat>
  <Paragraphs>91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B Nazanin</vt:lpstr>
      <vt:lpstr>DejaVu Sans</vt:lpstr>
      <vt:lpstr>Noto Kufi Arabic</vt:lpstr>
      <vt:lpstr>Noto Naskh Arabic</vt:lpstr>
      <vt:lpstr>Times New Roman</vt:lpstr>
      <vt:lpstr>Default Design</vt:lpstr>
      <vt:lpstr>CorelDRAW</vt:lpstr>
      <vt:lpstr>PowerPoint Presentation</vt:lpstr>
    </vt:vector>
  </TitlesOfParts>
  <Company>MegaPrint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70x100 cm vertical poster template</dc:title>
  <dc:creator>Ethan Shulda;www.postersession.com</dc:creator>
  <cp:keywords>www.postersession.com</cp:keywords>
  <dc:description>©MegaPrint Inc. 2009-2015</dc:description>
  <cp:lastModifiedBy>mohammad amanlou</cp:lastModifiedBy>
  <cp:revision>124</cp:revision>
  <dcterms:created xsi:type="dcterms:W3CDTF">2008-12-04T00:20:37Z</dcterms:created>
  <dcterms:modified xsi:type="dcterms:W3CDTF">2026-09-12T04:55:20Z</dcterms:modified>
</cp:coreProperties>
</file>